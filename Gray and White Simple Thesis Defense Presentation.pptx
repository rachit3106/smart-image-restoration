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10287000" cx="18288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2" roundtripDataSignature="AMtx7mhMuqNOp02MVdH9k/foHFfV4sN7l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22" Type="http://customschemas.google.com/relationships/presentationmetadata" Target="metadata"/><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1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2"/>
          <p:cNvSpPr/>
          <p:nvPr>
            <p:ph idx="2" type="pic"/>
          </p:nvPr>
        </p:nvSpPr>
        <p:spPr>
          <a:xfrm>
            <a:off x="1792288" y="612775"/>
            <a:ext cx="5486400" cy="4114800"/>
          </a:xfrm>
          <a:prstGeom prst="rect">
            <a:avLst/>
          </a:prstGeom>
          <a:noFill/>
          <a:ln>
            <a:noFill/>
          </a:ln>
        </p:spPr>
      </p:sp>
      <p:sp>
        <p:nvSpPr>
          <p:cNvPr id="64" name="Google Shape;64;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4.jpg"/><Relationship Id="rId5"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4.jpg"/><Relationship Id="rId5" Type="http://schemas.openxmlformats.org/officeDocument/2006/relationships/image" Target="../media/image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83" name="Shape 83"/>
        <p:cNvGrpSpPr/>
        <p:nvPr/>
      </p:nvGrpSpPr>
      <p:grpSpPr>
        <a:xfrm>
          <a:off x="0" y="0"/>
          <a:ext cx="0" cy="0"/>
          <a:chOff x="0" y="0"/>
          <a:chExt cx="0" cy="0"/>
        </a:xfrm>
      </p:grpSpPr>
      <p:sp>
        <p:nvSpPr>
          <p:cNvPr id="84" name="Google Shape;84;p1"/>
          <p:cNvSpPr txBox="1"/>
          <p:nvPr/>
        </p:nvSpPr>
        <p:spPr>
          <a:xfrm>
            <a:off x="1992735" y="2917393"/>
            <a:ext cx="9750800" cy="37566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400" u="none" cap="none" strike="noStrike">
                <a:solidFill>
                  <a:srgbClr val="253439"/>
                </a:solidFill>
                <a:latin typeface="Lato"/>
                <a:ea typeface="Lato"/>
                <a:cs typeface="Lato"/>
                <a:sym typeface="Lato"/>
              </a:rPr>
              <a:t>Thesis</a:t>
            </a:r>
            <a:endParaRPr/>
          </a:p>
          <a:p>
            <a:pPr indent="0" lvl="0" marL="0" marR="0" rtl="0" algn="l">
              <a:lnSpc>
                <a:spcPct val="100000"/>
              </a:lnSpc>
              <a:spcBef>
                <a:spcPts val="0"/>
              </a:spcBef>
              <a:spcAft>
                <a:spcPts val="0"/>
              </a:spcAft>
              <a:buNone/>
            </a:pPr>
            <a:r>
              <a:rPr b="0" i="0" lang="en-US" sz="14400" u="none" cap="none" strike="noStrike">
                <a:solidFill>
                  <a:srgbClr val="253439"/>
                </a:solidFill>
                <a:latin typeface="Lato"/>
                <a:ea typeface="Lato"/>
                <a:cs typeface="Lato"/>
                <a:sym typeface="Lato"/>
              </a:rPr>
              <a:t>Defense</a:t>
            </a:r>
            <a:endParaRPr/>
          </a:p>
        </p:txBody>
      </p:sp>
      <p:grpSp>
        <p:nvGrpSpPr>
          <p:cNvPr id="85" name="Google Shape;85;p1"/>
          <p:cNvGrpSpPr/>
          <p:nvPr/>
        </p:nvGrpSpPr>
        <p:grpSpPr>
          <a:xfrm rot="-5400000">
            <a:off x="4640167" y="4518858"/>
            <a:ext cx="225880" cy="5547977"/>
            <a:chOff x="0" y="-192881"/>
            <a:chExt cx="301173" cy="7397303"/>
          </a:xfrm>
        </p:grpSpPr>
        <p:grpSp>
          <p:nvGrpSpPr>
            <p:cNvPr id="86" name="Google Shape;86;p1"/>
            <p:cNvGrpSpPr/>
            <p:nvPr/>
          </p:nvGrpSpPr>
          <p:grpSpPr>
            <a:xfrm>
              <a:off x="0" y="-192881"/>
              <a:ext cx="301173" cy="7397303"/>
              <a:chOff x="0" y="-38100"/>
              <a:chExt cx="59491" cy="1461196"/>
            </a:xfrm>
          </p:grpSpPr>
          <p:sp>
            <p:nvSpPr>
              <p:cNvPr id="87" name="Google Shape;87;p1"/>
              <p:cNvSpPr/>
              <p:nvPr/>
            </p:nvSpPr>
            <p:spPr>
              <a:xfrm>
                <a:off x="0" y="0"/>
                <a:ext cx="59491" cy="1423096"/>
              </a:xfrm>
              <a:custGeom>
                <a:rect b="b" l="l" r="r" t="t"/>
                <a:pathLst>
                  <a:path extrusionOk="0" h="1423096" w="59491">
                    <a:moveTo>
                      <a:pt x="0" y="0"/>
                    </a:moveTo>
                    <a:lnTo>
                      <a:pt x="59491" y="0"/>
                    </a:lnTo>
                    <a:lnTo>
                      <a:pt x="59491" y="1423096"/>
                    </a:lnTo>
                    <a:lnTo>
                      <a:pt x="0" y="1423096"/>
                    </a:lnTo>
                    <a:close/>
                  </a:path>
                </a:pathLst>
              </a:custGeom>
              <a:solidFill>
                <a:srgbClr val="7C898B"/>
              </a:solidFill>
              <a:ln>
                <a:noFill/>
              </a:ln>
            </p:spPr>
          </p:sp>
          <p:sp>
            <p:nvSpPr>
              <p:cNvPr id="88" name="Google Shape;88;p1"/>
              <p:cNvSpPr txBox="1"/>
              <p:nvPr/>
            </p:nvSpPr>
            <p:spPr>
              <a:xfrm>
                <a:off x="0" y="-38100"/>
                <a:ext cx="59491" cy="146119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9" name="Google Shape;89;p1"/>
            <p:cNvGrpSpPr/>
            <p:nvPr/>
          </p:nvGrpSpPr>
          <p:grpSpPr>
            <a:xfrm>
              <a:off x="0" y="-192881"/>
              <a:ext cx="301173" cy="2023359"/>
              <a:chOff x="0" y="-38100"/>
              <a:chExt cx="59491" cy="399676"/>
            </a:xfrm>
          </p:grpSpPr>
          <p:sp>
            <p:nvSpPr>
              <p:cNvPr id="90" name="Google Shape;90;p1"/>
              <p:cNvSpPr/>
              <p:nvPr/>
            </p:nvSpPr>
            <p:spPr>
              <a:xfrm>
                <a:off x="0" y="0"/>
                <a:ext cx="59491" cy="361576"/>
              </a:xfrm>
              <a:custGeom>
                <a:rect b="b" l="l" r="r" t="t"/>
                <a:pathLst>
                  <a:path extrusionOk="0" h="361576" w="59491">
                    <a:moveTo>
                      <a:pt x="0" y="0"/>
                    </a:moveTo>
                    <a:lnTo>
                      <a:pt x="59491" y="0"/>
                    </a:lnTo>
                    <a:lnTo>
                      <a:pt x="59491" y="361576"/>
                    </a:lnTo>
                    <a:lnTo>
                      <a:pt x="0" y="361576"/>
                    </a:lnTo>
                    <a:close/>
                  </a:path>
                </a:pathLst>
              </a:custGeom>
              <a:solidFill>
                <a:srgbClr val="253439"/>
              </a:solidFill>
              <a:ln>
                <a:noFill/>
              </a:ln>
            </p:spPr>
          </p:sp>
          <p:sp>
            <p:nvSpPr>
              <p:cNvPr id="91" name="Google Shape;91;p1"/>
              <p:cNvSpPr txBox="1"/>
              <p:nvPr/>
            </p:nvSpPr>
            <p:spPr>
              <a:xfrm>
                <a:off x="0" y="-38100"/>
                <a:ext cx="59491" cy="39967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 name="Google Shape;92;p1"/>
            <p:cNvGrpSpPr/>
            <p:nvPr/>
          </p:nvGrpSpPr>
          <p:grpSpPr>
            <a:xfrm>
              <a:off x="0" y="1635316"/>
              <a:ext cx="301173" cy="988015"/>
              <a:chOff x="0" y="-38100"/>
              <a:chExt cx="59491" cy="195164"/>
            </a:xfrm>
          </p:grpSpPr>
          <p:sp>
            <p:nvSpPr>
              <p:cNvPr id="93" name="Google Shape;93;p1"/>
              <p:cNvSpPr/>
              <p:nvPr/>
            </p:nvSpPr>
            <p:spPr>
              <a:xfrm>
                <a:off x="0" y="0"/>
                <a:ext cx="59491" cy="157064"/>
              </a:xfrm>
              <a:custGeom>
                <a:rect b="b" l="l" r="r" t="t"/>
                <a:pathLst>
                  <a:path extrusionOk="0" h="157064" w="59491">
                    <a:moveTo>
                      <a:pt x="0" y="0"/>
                    </a:moveTo>
                    <a:lnTo>
                      <a:pt x="59491" y="0"/>
                    </a:lnTo>
                    <a:lnTo>
                      <a:pt x="59491" y="157064"/>
                    </a:lnTo>
                    <a:lnTo>
                      <a:pt x="0" y="157064"/>
                    </a:lnTo>
                    <a:close/>
                  </a:path>
                </a:pathLst>
              </a:custGeom>
              <a:solidFill>
                <a:srgbClr val="B29E84"/>
              </a:solidFill>
              <a:ln>
                <a:noFill/>
              </a:ln>
            </p:spPr>
          </p:sp>
          <p:sp>
            <p:nvSpPr>
              <p:cNvPr id="94" name="Google Shape;94;p1"/>
              <p:cNvSpPr txBox="1"/>
              <p:nvPr/>
            </p:nvSpPr>
            <p:spPr>
              <a:xfrm>
                <a:off x="0" y="-38100"/>
                <a:ext cx="59491" cy="19516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5" name="Google Shape;95;p1"/>
          <p:cNvGrpSpPr/>
          <p:nvPr/>
        </p:nvGrpSpPr>
        <p:grpSpPr>
          <a:xfrm>
            <a:off x="15418630" y="1130365"/>
            <a:ext cx="1410805" cy="274763"/>
            <a:chOff x="-78067" y="0"/>
            <a:chExt cx="1881074" cy="366350"/>
          </a:xfrm>
        </p:grpSpPr>
        <p:grpSp>
          <p:nvGrpSpPr>
            <p:cNvPr id="96" name="Google Shape;96;p1"/>
            <p:cNvGrpSpPr/>
            <p:nvPr/>
          </p:nvGrpSpPr>
          <p:grpSpPr>
            <a:xfrm rot="-5400000">
              <a:off x="-39033" y="-39033"/>
              <a:ext cx="366350" cy="444417"/>
              <a:chOff x="0" y="-38100"/>
              <a:chExt cx="178795" cy="216895"/>
            </a:xfrm>
          </p:grpSpPr>
          <p:sp>
            <p:nvSpPr>
              <p:cNvPr id="97" name="Google Shape;97;p1"/>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253439"/>
              </a:solidFill>
              <a:ln>
                <a:noFill/>
              </a:ln>
            </p:spPr>
          </p:sp>
          <p:sp>
            <p:nvSpPr>
              <p:cNvPr id="98" name="Google Shape;98;p1"/>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9" name="Google Shape;99;p1"/>
            <p:cNvGrpSpPr/>
            <p:nvPr/>
          </p:nvGrpSpPr>
          <p:grpSpPr>
            <a:xfrm rot="-5400000">
              <a:off x="679295" y="-39033"/>
              <a:ext cx="366350" cy="444417"/>
              <a:chOff x="0" y="-38100"/>
              <a:chExt cx="178795" cy="216895"/>
            </a:xfrm>
          </p:grpSpPr>
          <p:sp>
            <p:nvSpPr>
              <p:cNvPr id="100" name="Google Shape;100;p1"/>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B29E84"/>
              </a:solidFill>
              <a:ln>
                <a:noFill/>
              </a:ln>
            </p:spPr>
          </p:sp>
          <p:sp>
            <p:nvSpPr>
              <p:cNvPr id="101" name="Google Shape;101;p1"/>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2" name="Google Shape;102;p1"/>
            <p:cNvGrpSpPr/>
            <p:nvPr/>
          </p:nvGrpSpPr>
          <p:grpSpPr>
            <a:xfrm rot="-5400000">
              <a:off x="1397624" y="-39033"/>
              <a:ext cx="366350" cy="444417"/>
              <a:chOff x="0" y="-38100"/>
              <a:chExt cx="178795" cy="216895"/>
            </a:xfrm>
          </p:grpSpPr>
          <p:sp>
            <p:nvSpPr>
              <p:cNvPr id="103" name="Google Shape;103;p1"/>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7C898B"/>
              </a:solidFill>
              <a:ln>
                <a:noFill/>
              </a:ln>
            </p:spPr>
          </p:sp>
          <p:sp>
            <p:nvSpPr>
              <p:cNvPr id="104" name="Google Shape;104;p1"/>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5" name="Google Shape;105;p1"/>
          <p:cNvGrpSpPr/>
          <p:nvPr/>
        </p:nvGrpSpPr>
        <p:grpSpPr>
          <a:xfrm>
            <a:off x="-381720" y="-363337"/>
            <a:ext cx="1410420" cy="10869012"/>
            <a:chOff x="0" y="-38100"/>
            <a:chExt cx="371469" cy="2862621"/>
          </a:xfrm>
        </p:grpSpPr>
        <p:sp>
          <p:nvSpPr>
            <p:cNvPr id="106" name="Google Shape;106;p1"/>
            <p:cNvSpPr/>
            <p:nvPr/>
          </p:nvSpPr>
          <p:spPr>
            <a:xfrm>
              <a:off x="0" y="0"/>
              <a:ext cx="371469" cy="2824520"/>
            </a:xfrm>
            <a:custGeom>
              <a:rect b="b" l="l" r="r" t="t"/>
              <a:pathLst>
                <a:path extrusionOk="0" h="2824520" w="371469">
                  <a:moveTo>
                    <a:pt x="0" y="0"/>
                  </a:moveTo>
                  <a:lnTo>
                    <a:pt x="371469" y="0"/>
                  </a:lnTo>
                  <a:lnTo>
                    <a:pt x="371469" y="2824520"/>
                  </a:lnTo>
                  <a:lnTo>
                    <a:pt x="0" y="2824520"/>
                  </a:lnTo>
                  <a:close/>
                </a:path>
              </a:pathLst>
            </a:custGeom>
            <a:solidFill>
              <a:srgbClr val="7C898B"/>
            </a:solidFill>
            <a:ln>
              <a:noFill/>
            </a:ln>
          </p:spPr>
        </p:sp>
        <p:sp>
          <p:nvSpPr>
            <p:cNvPr id="107" name="Google Shape;107;p1"/>
            <p:cNvSpPr txBox="1"/>
            <p:nvPr/>
          </p:nvSpPr>
          <p:spPr>
            <a:xfrm>
              <a:off x="0" y="-38100"/>
              <a:ext cx="371469" cy="2862621"/>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1"/>
          <p:cNvGrpSpPr/>
          <p:nvPr/>
        </p:nvGrpSpPr>
        <p:grpSpPr>
          <a:xfrm>
            <a:off x="-229320" y="-210937"/>
            <a:ext cx="1258020" cy="1800321"/>
            <a:chOff x="0" y="-38100"/>
            <a:chExt cx="331330" cy="474159"/>
          </a:xfrm>
        </p:grpSpPr>
        <p:sp>
          <p:nvSpPr>
            <p:cNvPr id="109" name="Google Shape;109;p1"/>
            <p:cNvSpPr/>
            <p:nvPr/>
          </p:nvSpPr>
          <p:spPr>
            <a:xfrm>
              <a:off x="0" y="0"/>
              <a:ext cx="331330" cy="436059"/>
            </a:xfrm>
            <a:custGeom>
              <a:rect b="b" l="l" r="r" t="t"/>
              <a:pathLst>
                <a:path extrusionOk="0" h="436059" w="331330">
                  <a:moveTo>
                    <a:pt x="0" y="0"/>
                  </a:moveTo>
                  <a:lnTo>
                    <a:pt x="331330" y="0"/>
                  </a:lnTo>
                  <a:lnTo>
                    <a:pt x="331330" y="436059"/>
                  </a:lnTo>
                  <a:lnTo>
                    <a:pt x="0" y="436059"/>
                  </a:lnTo>
                  <a:close/>
                </a:path>
              </a:pathLst>
            </a:custGeom>
            <a:solidFill>
              <a:srgbClr val="253439"/>
            </a:solidFill>
            <a:ln>
              <a:noFill/>
            </a:ln>
          </p:spPr>
        </p:sp>
        <p:sp>
          <p:nvSpPr>
            <p:cNvPr id="110" name="Google Shape;110;p1"/>
            <p:cNvSpPr txBox="1"/>
            <p:nvPr/>
          </p:nvSpPr>
          <p:spPr>
            <a:xfrm>
              <a:off x="0" y="-38100"/>
              <a:ext cx="331330" cy="474159"/>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1"/>
          <p:cNvSpPr txBox="1"/>
          <p:nvPr/>
        </p:nvSpPr>
        <p:spPr>
          <a:xfrm>
            <a:off x="8372351" y="8539468"/>
            <a:ext cx="8457083" cy="302895"/>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2100" u="none" cap="none" strike="noStrike">
                <a:solidFill>
                  <a:srgbClr val="253439"/>
                </a:solidFill>
                <a:latin typeface="Lato"/>
                <a:ea typeface="Lato"/>
                <a:cs typeface="Lato"/>
                <a:sym typeface="Lato"/>
              </a:rPr>
              <a:t>Written by Samira hadid</a:t>
            </a:r>
            <a:endParaRPr/>
          </a:p>
        </p:txBody>
      </p:sp>
      <p:sp>
        <p:nvSpPr>
          <p:cNvPr id="112" name="Google Shape;112;p1"/>
          <p:cNvSpPr txBox="1"/>
          <p:nvPr/>
        </p:nvSpPr>
        <p:spPr>
          <a:xfrm>
            <a:off x="2868873" y="958067"/>
            <a:ext cx="1599084" cy="613029"/>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None/>
            </a:pPr>
            <a:r>
              <a:rPr b="1" i="0" lang="en-US" sz="2400" u="none" cap="none" strike="noStrike">
                <a:solidFill>
                  <a:srgbClr val="253439"/>
                </a:solidFill>
                <a:latin typeface="Lato"/>
                <a:ea typeface="Lato"/>
                <a:cs typeface="Lato"/>
                <a:sym typeface="Lato"/>
              </a:rPr>
              <a:t>Borcelle University</a:t>
            </a:r>
            <a:endParaRPr/>
          </a:p>
        </p:txBody>
      </p:sp>
      <p:sp>
        <p:nvSpPr>
          <p:cNvPr id="113" name="Google Shape;113;p1"/>
          <p:cNvSpPr txBox="1"/>
          <p:nvPr/>
        </p:nvSpPr>
        <p:spPr>
          <a:xfrm rot="5400000">
            <a:off x="14226962" y="4992052"/>
            <a:ext cx="4883001" cy="30289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2100" u="none" cap="none" strike="noStrike">
                <a:solidFill>
                  <a:srgbClr val="253439"/>
                </a:solidFill>
                <a:latin typeface="Lato"/>
                <a:ea typeface="Lato"/>
                <a:cs typeface="Lato"/>
                <a:sym typeface="Lato"/>
              </a:rPr>
              <a:t>12 March 2030</a:t>
            </a:r>
            <a:endParaRPr/>
          </a:p>
        </p:txBody>
      </p:sp>
      <p:sp>
        <p:nvSpPr>
          <p:cNvPr id="114" name="Google Shape;114;p1"/>
          <p:cNvSpPr txBox="1"/>
          <p:nvPr/>
        </p:nvSpPr>
        <p:spPr>
          <a:xfrm>
            <a:off x="8372351" y="8955405"/>
            <a:ext cx="8457083" cy="302895"/>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2100" u="none" cap="none" strike="noStrike">
                <a:solidFill>
                  <a:srgbClr val="253439"/>
                </a:solidFill>
                <a:latin typeface="Lato"/>
                <a:ea typeface="Lato"/>
                <a:cs typeface="Lato"/>
                <a:sym typeface="Lato"/>
              </a:rPr>
              <a:t>Student ID: 1234567890</a:t>
            </a:r>
            <a:endParaRPr/>
          </a:p>
        </p:txBody>
      </p:sp>
      <p:sp>
        <p:nvSpPr>
          <p:cNvPr id="115" name="Google Shape;115;p1"/>
          <p:cNvSpPr/>
          <p:nvPr/>
        </p:nvSpPr>
        <p:spPr>
          <a:xfrm>
            <a:off x="1985319" y="910442"/>
            <a:ext cx="719290" cy="719290"/>
          </a:xfrm>
          <a:custGeom>
            <a:rect b="b" l="l" r="r" t="t"/>
            <a:pathLst>
              <a:path extrusionOk="0" h="719290" w="719290">
                <a:moveTo>
                  <a:pt x="0" y="0"/>
                </a:moveTo>
                <a:lnTo>
                  <a:pt x="719290" y="0"/>
                </a:lnTo>
                <a:lnTo>
                  <a:pt x="719290" y="719290"/>
                </a:lnTo>
                <a:lnTo>
                  <a:pt x="0" y="71929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119" name="Shape 119"/>
        <p:cNvGrpSpPr/>
        <p:nvPr/>
      </p:nvGrpSpPr>
      <p:grpSpPr>
        <a:xfrm>
          <a:off x="0" y="0"/>
          <a:ext cx="0" cy="0"/>
          <a:chOff x="0" y="0"/>
          <a:chExt cx="0" cy="0"/>
        </a:xfrm>
      </p:grpSpPr>
      <p:sp>
        <p:nvSpPr>
          <p:cNvPr id="120" name="Google Shape;120;p2"/>
          <p:cNvSpPr txBox="1"/>
          <p:nvPr/>
        </p:nvSpPr>
        <p:spPr>
          <a:xfrm>
            <a:off x="1208080" y="4194670"/>
            <a:ext cx="6108624" cy="1069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Overview</a:t>
            </a:r>
            <a:endParaRPr/>
          </a:p>
        </p:txBody>
      </p:sp>
      <p:sp>
        <p:nvSpPr>
          <p:cNvPr id="121" name="Google Shape;121;p2"/>
          <p:cNvSpPr txBox="1"/>
          <p:nvPr/>
        </p:nvSpPr>
        <p:spPr>
          <a:xfrm>
            <a:off x="8746730" y="1993848"/>
            <a:ext cx="3790125"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Introduction</a:t>
            </a:r>
            <a:endParaRPr/>
          </a:p>
        </p:txBody>
      </p:sp>
      <p:sp>
        <p:nvSpPr>
          <p:cNvPr id="122" name="Google Shape;122;p2"/>
          <p:cNvSpPr txBox="1"/>
          <p:nvPr/>
        </p:nvSpPr>
        <p:spPr>
          <a:xfrm>
            <a:off x="8746730" y="4980623"/>
            <a:ext cx="3790125"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Research Objectives</a:t>
            </a:r>
            <a:endParaRPr/>
          </a:p>
        </p:txBody>
      </p:sp>
      <p:sp>
        <p:nvSpPr>
          <p:cNvPr id="123" name="Google Shape;123;p2"/>
          <p:cNvSpPr txBox="1"/>
          <p:nvPr/>
        </p:nvSpPr>
        <p:spPr>
          <a:xfrm>
            <a:off x="13594741" y="1990938"/>
            <a:ext cx="3485179"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Methodology</a:t>
            </a:r>
            <a:endParaRPr/>
          </a:p>
        </p:txBody>
      </p:sp>
      <p:sp>
        <p:nvSpPr>
          <p:cNvPr id="124" name="Google Shape;124;p2"/>
          <p:cNvSpPr txBox="1"/>
          <p:nvPr/>
        </p:nvSpPr>
        <p:spPr>
          <a:xfrm>
            <a:off x="8746730" y="3487235"/>
            <a:ext cx="3790125"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Problem Statement</a:t>
            </a:r>
            <a:endParaRPr/>
          </a:p>
        </p:txBody>
      </p:sp>
      <p:sp>
        <p:nvSpPr>
          <p:cNvPr id="125" name="Google Shape;125;p2"/>
          <p:cNvSpPr txBox="1"/>
          <p:nvPr/>
        </p:nvSpPr>
        <p:spPr>
          <a:xfrm>
            <a:off x="8746730" y="7967397"/>
            <a:ext cx="3790125"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Theoretical Framework</a:t>
            </a:r>
            <a:endParaRPr/>
          </a:p>
        </p:txBody>
      </p:sp>
      <p:sp>
        <p:nvSpPr>
          <p:cNvPr id="126" name="Google Shape;126;p2"/>
          <p:cNvSpPr txBox="1"/>
          <p:nvPr/>
        </p:nvSpPr>
        <p:spPr>
          <a:xfrm>
            <a:off x="13594741" y="3485053"/>
            <a:ext cx="3485179"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Results</a:t>
            </a:r>
            <a:endParaRPr/>
          </a:p>
        </p:txBody>
      </p:sp>
      <p:sp>
        <p:nvSpPr>
          <p:cNvPr id="127" name="Google Shape;127;p2"/>
          <p:cNvSpPr txBox="1"/>
          <p:nvPr/>
        </p:nvSpPr>
        <p:spPr>
          <a:xfrm>
            <a:off x="8746730" y="6474010"/>
            <a:ext cx="3790125"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Significance of the Study</a:t>
            </a:r>
            <a:endParaRPr/>
          </a:p>
        </p:txBody>
      </p:sp>
      <p:sp>
        <p:nvSpPr>
          <p:cNvPr id="128" name="Google Shape;128;p2"/>
          <p:cNvSpPr txBox="1"/>
          <p:nvPr/>
        </p:nvSpPr>
        <p:spPr>
          <a:xfrm>
            <a:off x="13594741" y="4979168"/>
            <a:ext cx="3485179"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Conclusion</a:t>
            </a:r>
            <a:endParaRPr/>
          </a:p>
        </p:txBody>
      </p:sp>
      <p:sp>
        <p:nvSpPr>
          <p:cNvPr id="129" name="Google Shape;129;p2"/>
          <p:cNvSpPr txBox="1"/>
          <p:nvPr/>
        </p:nvSpPr>
        <p:spPr>
          <a:xfrm>
            <a:off x="13594741" y="6473283"/>
            <a:ext cx="3485179"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Recommendations</a:t>
            </a:r>
            <a:endParaRPr/>
          </a:p>
        </p:txBody>
      </p:sp>
      <p:sp>
        <p:nvSpPr>
          <p:cNvPr id="130" name="Google Shape;130;p2"/>
          <p:cNvSpPr txBox="1"/>
          <p:nvPr/>
        </p:nvSpPr>
        <p:spPr>
          <a:xfrm>
            <a:off x="13594741" y="7967397"/>
            <a:ext cx="3485179"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2400" u="none" cap="none" strike="noStrike">
                <a:solidFill>
                  <a:srgbClr val="253439"/>
                </a:solidFill>
                <a:latin typeface="Lato"/>
                <a:ea typeface="Lato"/>
                <a:cs typeface="Lato"/>
                <a:sym typeface="Lato"/>
              </a:rPr>
              <a:t>Q&amp;A + Thank You</a:t>
            </a:r>
            <a:endParaRPr/>
          </a:p>
        </p:txBody>
      </p:sp>
      <p:grpSp>
        <p:nvGrpSpPr>
          <p:cNvPr id="131" name="Google Shape;131;p2"/>
          <p:cNvGrpSpPr/>
          <p:nvPr/>
        </p:nvGrpSpPr>
        <p:grpSpPr>
          <a:xfrm rot="-5400000">
            <a:off x="3724468" y="2981513"/>
            <a:ext cx="225880" cy="5547977"/>
            <a:chOff x="0" y="-192881"/>
            <a:chExt cx="301173" cy="7397303"/>
          </a:xfrm>
        </p:grpSpPr>
        <p:grpSp>
          <p:nvGrpSpPr>
            <p:cNvPr id="132" name="Google Shape;132;p2"/>
            <p:cNvGrpSpPr/>
            <p:nvPr/>
          </p:nvGrpSpPr>
          <p:grpSpPr>
            <a:xfrm>
              <a:off x="0" y="-192881"/>
              <a:ext cx="301173" cy="7397303"/>
              <a:chOff x="0" y="-38100"/>
              <a:chExt cx="59491" cy="1461196"/>
            </a:xfrm>
          </p:grpSpPr>
          <p:sp>
            <p:nvSpPr>
              <p:cNvPr id="133" name="Google Shape;133;p2"/>
              <p:cNvSpPr/>
              <p:nvPr/>
            </p:nvSpPr>
            <p:spPr>
              <a:xfrm>
                <a:off x="0" y="0"/>
                <a:ext cx="59491" cy="1423096"/>
              </a:xfrm>
              <a:custGeom>
                <a:rect b="b" l="l" r="r" t="t"/>
                <a:pathLst>
                  <a:path extrusionOk="0" h="1423096" w="59491">
                    <a:moveTo>
                      <a:pt x="0" y="0"/>
                    </a:moveTo>
                    <a:lnTo>
                      <a:pt x="59491" y="0"/>
                    </a:lnTo>
                    <a:lnTo>
                      <a:pt x="59491" y="1423096"/>
                    </a:lnTo>
                    <a:lnTo>
                      <a:pt x="0" y="1423096"/>
                    </a:lnTo>
                    <a:close/>
                  </a:path>
                </a:pathLst>
              </a:custGeom>
              <a:solidFill>
                <a:srgbClr val="7C898B"/>
              </a:solidFill>
              <a:ln>
                <a:noFill/>
              </a:ln>
            </p:spPr>
          </p:sp>
          <p:sp>
            <p:nvSpPr>
              <p:cNvPr id="134" name="Google Shape;134;p2"/>
              <p:cNvSpPr txBox="1"/>
              <p:nvPr/>
            </p:nvSpPr>
            <p:spPr>
              <a:xfrm>
                <a:off x="0" y="-38100"/>
                <a:ext cx="59491" cy="146119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5" name="Google Shape;135;p2"/>
            <p:cNvGrpSpPr/>
            <p:nvPr/>
          </p:nvGrpSpPr>
          <p:grpSpPr>
            <a:xfrm>
              <a:off x="0" y="-192881"/>
              <a:ext cx="301173" cy="2023359"/>
              <a:chOff x="0" y="-38100"/>
              <a:chExt cx="59491" cy="399676"/>
            </a:xfrm>
          </p:grpSpPr>
          <p:sp>
            <p:nvSpPr>
              <p:cNvPr id="136" name="Google Shape;136;p2"/>
              <p:cNvSpPr/>
              <p:nvPr/>
            </p:nvSpPr>
            <p:spPr>
              <a:xfrm>
                <a:off x="0" y="0"/>
                <a:ext cx="59491" cy="361576"/>
              </a:xfrm>
              <a:custGeom>
                <a:rect b="b" l="l" r="r" t="t"/>
                <a:pathLst>
                  <a:path extrusionOk="0" h="361576" w="59491">
                    <a:moveTo>
                      <a:pt x="0" y="0"/>
                    </a:moveTo>
                    <a:lnTo>
                      <a:pt x="59491" y="0"/>
                    </a:lnTo>
                    <a:lnTo>
                      <a:pt x="59491" y="361576"/>
                    </a:lnTo>
                    <a:lnTo>
                      <a:pt x="0" y="361576"/>
                    </a:lnTo>
                    <a:close/>
                  </a:path>
                </a:pathLst>
              </a:custGeom>
              <a:solidFill>
                <a:srgbClr val="253439"/>
              </a:solidFill>
              <a:ln>
                <a:noFill/>
              </a:ln>
            </p:spPr>
          </p:sp>
          <p:sp>
            <p:nvSpPr>
              <p:cNvPr id="137" name="Google Shape;137;p2"/>
              <p:cNvSpPr txBox="1"/>
              <p:nvPr/>
            </p:nvSpPr>
            <p:spPr>
              <a:xfrm>
                <a:off x="0" y="-38100"/>
                <a:ext cx="59491" cy="39967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8" name="Google Shape;138;p2"/>
            <p:cNvGrpSpPr/>
            <p:nvPr/>
          </p:nvGrpSpPr>
          <p:grpSpPr>
            <a:xfrm>
              <a:off x="0" y="1635316"/>
              <a:ext cx="301173" cy="988015"/>
              <a:chOff x="0" y="-38100"/>
              <a:chExt cx="59491" cy="195164"/>
            </a:xfrm>
          </p:grpSpPr>
          <p:sp>
            <p:nvSpPr>
              <p:cNvPr id="139" name="Google Shape;139;p2"/>
              <p:cNvSpPr/>
              <p:nvPr/>
            </p:nvSpPr>
            <p:spPr>
              <a:xfrm>
                <a:off x="0" y="0"/>
                <a:ext cx="59491" cy="157064"/>
              </a:xfrm>
              <a:custGeom>
                <a:rect b="b" l="l" r="r" t="t"/>
                <a:pathLst>
                  <a:path extrusionOk="0" h="157064" w="59491">
                    <a:moveTo>
                      <a:pt x="0" y="0"/>
                    </a:moveTo>
                    <a:lnTo>
                      <a:pt x="59491" y="0"/>
                    </a:lnTo>
                    <a:lnTo>
                      <a:pt x="59491" y="157064"/>
                    </a:lnTo>
                    <a:lnTo>
                      <a:pt x="0" y="157064"/>
                    </a:lnTo>
                    <a:close/>
                  </a:path>
                </a:pathLst>
              </a:custGeom>
              <a:solidFill>
                <a:srgbClr val="B29E84"/>
              </a:solidFill>
              <a:ln>
                <a:noFill/>
              </a:ln>
            </p:spPr>
          </p:sp>
          <p:sp>
            <p:nvSpPr>
              <p:cNvPr id="140" name="Google Shape;140;p2"/>
              <p:cNvSpPr txBox="1"/>
              <p:nvPr/>
            </p:nvSpPr>
            <p:spPr>
              <a:xfrm>
                <a:off x="0" y="-38100"/>
                <a:ext cx="59491" cy="19516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41" name="Google Shape;141;p2"/>
          <p:cNvSpPr txBox="1"/>
          <p:nvPr/>
        </p:nvSpPr>
        <p:spPr>
          <a:xfrm>
            <a:off x="7478630" y="1939555"/>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01</a:t>
            </a:r>
            <a:endParaRPr/>
          </a:p>
        </p:txBody>
      </p:sp>
      <p:sp>
        <p:nvSpPr>
          <p:cNvPr id="142" name="Google Shape;142;p2"/>
          <p:cNvSpPr txBox="1"/>
          <p:nvPr/>
        </p:nvSpPr>
        <p:spPr>
          <a:xfrm>
            <a:off x="12321895" y="1939555"/>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06</a:t>
            </a:r>
            <a:endParaRPr/>
          </a:p>
        </p:txBody>
      </p:sp>
      <p:sp>
        <p:nvSpPr>
          <p:cNvPr id="143" name="Google Shape;143;p2"/>
          <p:cNvSpPr txBox="1"/>
          <p:nvPr/>
        </p:nvSpPr>
        <p:spPr>
          <a:xfrm>
            <a:off x="7478630" y="4924980"/>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03</a:t>
            </a:r>
            <a:endParaRPr/>
          </a:p>
        </p:txBody>
      </p:sp>
      <p:sp>
        <p:nvSpPr>
          <p:cNvPr id="144" name="Google Shape;144;p2"/>
          <p:cNvSpPr txBox="1"/>
          <p:nvPr/>
        </p:nvSpPr>
        <p:spPr>
          <a:xfrm>
            <a:off x="12321895" y="4924980"/>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08</a:t>
            </a:r>
            <a:endParaRPr/>
          </a:p>
        </p:txBody>
      </p:sp>
      <p:sp>
        <p:nvSpPr>
          <p:cNvPr id="145" name="Google Shape;145;p2"/>
          <p:cNvSpPr txBox="1"/>
          <p:nvPr/>
        </p:nvSpPr>
        <p:spPr>
          <a:xfrm>
            <a:off x="7478630" y="3432943"/>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02</a:t>
            </a:r>
            <a:endParaRPr/>
          </a:p>
        </p:txBody>
      </p:sp>
      <p:sp>
        <p:nvSpPr>
          <p:cNvPr id="146" name="Google Shape;146;p2"/>
          <p:cNvSpPr txBox="1"/>
          <p:nvPr/>
        </p:nvSpPr>
        <p:spPr>
          <a:xfrm>
            <a:off x="12321895" y="3432943"/>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07</a:t>
            </a:r>
            <a:endParaRPr/>
          </a:p>
        </p:txBody>
      </p:sp>
      <p:sp>
        <p:nvSpPr>
          <p:cNvPr id="147" name="Google Shape;147;p2"/>
          <p:cNvSpPr txBox="1"/>
          <p:nvPr/>
        </p:nvSpPr>
        <p:spPr>
          <a:xfrm>
            <a:off x="7478630" y="6418368"/>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04</a:t>
            </a:r>
            <a:endParaRPr/>
          </a:p>
        </p:txBody>
      </p:sp>
      <p:sp>
        <p:nvSpPr>
          <p:cNvPr id="148" name="Google Shape;148;p2"/>
          <p:cNvSpPr txBox="1"/>
          <p:nvPr/>
        </p:nvSpPr>
        <p:spPr>
          <a:xfrm>
            <a:off x="12321895" y="6418368"/>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09</a:t>
            </a:r>
            <a:endParaRPr/>
          </a:p>
        </p:txBody>
      </p:sp>
      <p:sp>
        <p:nvSpPr>
          <p:cNvPr id="149" name="Google Shape;149;p2"/>
          <p:cNvSpPr txBox="1"/>
          <p:nvPr/>
        </p:nvSpPr>
        <p:spPr>
          <a:xfrm>
            <a:off x="7478630" y="7913105"/>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05</a:t>
            </a:r>
            <a:endParaRPr/>
          </a:p>
        </p:txBody>
      </p:sp>
      <p:sp>
        <p:nvSpPr>
          <p:cNvPr id="150" name="Google Shape;150;p2"/>
          <p:cNvSpPr txBox="1"/>
          <p:nvPr/>
        </p:nvSpPr>
        <p:spPr>
          <a:xfrm>
            <a:off x="12321895" y="7913105"/>
            <a:ext cx="1110770"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10</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154" name="Shape 154"/>
        <p:cNvGrpSpPr/>
        <p:nvPr/>
      </p:nvGrpSpPr>
      <p:grpSpPr>
        <a:xfrm>
          <a:off x="0" y="0"/>
          <a:ext cx="0" cy="0"/>
          <a:chOff x="0" y="0"/>
          <a:chExt cx="0" cy="0"/>
        </a:xfrm>
      </p:grpSpPr>
      <p:sp>
        <p:nvSpPr>
          <p:cNvPr id="155" name="Google Shape;155;p3"/>
          <p:cNvSpPr/>
          <p:nvPr/>
        </p:nvSpPr>
        <p:spPr>
          <a:xfrm>
            <a:off x="10646583" y="0"/>
            <a:ext cx="6090071" cy="8316606"/>
          </a:xfrm>
          <a:custGeom>
            <a:rect b="b" l="l" r="r" t="t"/>
            <a:pathLst>
              <a:path extrusionOk="0" h="1288460" w="943511">
                <a:moveTo>
                  <a:pt x="0" y="0"/>
                </a:moveTo>
                <a:lnTo>
                  <a:pt x="943511" y="0"/>
                </a:lnTo>
                <a:lnTo>
                  <a:pt x="943511" y="1288460"/>
                </a:lnTo>
                <a:lnTo>
                  <a:pt x="0" y="1288460"/>
                </a:lnTo>
                <a:close/>
              </a:path>
            </a:pathLst>
          </a:custGeom>
          <a:blipFill rotWithShape="1">
            <a:blip r:embed="rId3">
              <a:alphaModFix/>
            </a:blip>
            <a:stretch>
              <a:fillRect b="0" l="-52484" r="-52484" t="0"/>
            </a:stretch>
          </a:blipFill>
          <a:ln>
            <a:noFill/>
          </a:ln>
        </p:spPr>
      </p:sp>
      <p:sp>
        <p:nvSpPr>
          <p:cNvPr id="156" name="Google Shape;156;p3"/>
          <p:cNvSpPr txBox="1"/>
          <p:nvPr/>
        </p:nvSpPr>
        <p:spPr>
          <a:xfrm>
            <a:off x="1551352" y="6214756"/>
            <a:ext cx="7592648" cy="210185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 Pellentesque lobortis commodo fermentum. Suspendisse pellentesque elementum elit id congue. Etiam et augue feugiat, volutpat ipsum et, mattis felis. Aenean auctor sapien in congue efficitur. Nulla vel mi ut odio feugiat rhoncus et in massa. </a:t>
            </a:r>
            <a:endParaRPr/>
          </a:p>
        </p:txBody>
      </p:sp>
      <p:sp>
        <p:nvSpPr>
          <p:cNvPr id="157" name="Google Shape;157;p3"/>
          <p:cNvSpPr txBox="1"/>
          <p:nvPr/>
        </p:nvSpPr>
        <p:spPr>
          <a:xfrm>
            <a:off x="1551352" y="2113269"/>
            <a:ext cx="7486517" cy="1069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Introduction</a:t>
            </a:r>
            <a:endParaRPr/>
          </a:p>
        </p:txBody>
      </p:sp>
      <p:sp>
        <p:nvSpPr>
          <p:cNvPr id="158" name="Google Shape;158;p3"/>
          <p:cNvSpPr txBox="1"/>
          <p:nvPr/>
        </p:nvSpPr>
        <p:spPr>
          <a:xfrm>
            <a:off x="1551352" y="5502892"/>
            <a:ext cx="7592648" cy="407035"/>
          </a:xfrm>
          <a:prstGeom prst="rect">
            <a:avLst/>
          </a:prstGeom>
          <a:noFill/>
          <a:ln>
            <a:noFill/>
          </a:ln>
        </p:spPr>
        <p:txBody>
          <a:bodyPr anchorCtr="0" anchor="t" bIns="0" lIns="0" spcFirstLastPara="1" rIns="0" wrap="square" tIns="0">
            <a:spAutoFit/>
          </a:bodyPr>
          <a:lstStyle/>
          <a:p>
            <a:pPr indent="0" lvl="0" marL="0" marR="0" rtl="0" algn="l">
              <a:lnSpc>
                <a:spcPct val="110003"/>
              </a:lnSpc>
              <a:spcBef>
                <a:spcPts val="0"/>
              </a:spcBef>
              <a:spcAft>
                <a:spcPts val="0"/>
              </a:spcAft>
              <a:buNone/>
            </a:pPr>
            <a:r>
              <a:rPr b="1" i="0" lang="en-US" sz="2799" u="none" cap="none" strike="noStrike">
                <a:solidFill>
                  <a:srgbClr val="253439"/>
                </a:solidFill>
                <a:latin typeface="Lato"/>
                <a:ea typeface="Lato"/>
                <a:cs typeface="Lato"/>
                <a:sym typeface="Lato"/>
              </a:rPr>
              <a:t>The Opening of My Thesis Defense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162" name="Shape 162"/>
        <p:cNvGrpSpPr/>
        <p:nvPr/>
      </p:nvGrpSpPr>
      <p:grpSpPr>
        <a:xfrm>
          <a:off x="0" y="0"/>
          <a:ext cx="0" cy="0"/>
          <a:chOff x="0" y="0"/>
          <a:chExt cx="0" cy="0"/>
        </a:xfrm>
      </p:grpSpPr>
      <p:sp>
        <p:nvSpPr>
          <p:cNvPr id="163" name="Google Shape;163;p4"/>
          <p:cNvSpPr txBox="1"/>
          <p:nvPr/>
        </p:nvSpPr>
        <p:spPr>
          <a:xfrm>
            <a:off x="8981063" y="1961574"/>
            <a:ext cx="1444016"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01</a:t>
            </a:r>
            <a:endParaRPr/>
          </a:p>
        </p:txBody>
      </p:sp>
      <p:sp>
        <p:nvSpPr>
          <p:cNvPr id="164" name="Google Shape;164;p4"/>
          <p:cNvSpPr txBox="1"/>
          <p:nvPr/>
        </p:nvSpPr>
        <p:spPr>
          <a:xfrm>
            <a:off x="8981063" y="5610225"/>
            <a:ext cx="1444016"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03</a:t>
            </a:r>
            <a:endParaRPr/>
          </a:p>
        </p:txBody>
      </p:sp>
      <p:sp>
        <p:nvSpPr>
          <p:cNvPr id="165" name="Google Shape;165;p4"/>
          <p:cNvSpPr txBox="1"/>
          <p:nvPr/>
        </p:nvSpPr>
        <p:spPr>
          <a:xfrm>
            <a:off x="8981063" y="3915410"/>
            <a:ext cx="1444016"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02</a:t>
            </a:r>
            <a:endParaRPr/>
          </a:p>
        </p:txBody>
      </p:sp>
      <p:sp>
        <p:nvSpPr>
          <p:cNvPr id="166" name="Google Shape;166;p4"/>
          <p:cNvSpPr txBox="1"/>
          <p:nvPr/>
        </p:nvSpPr>
        <p:spPr>
          <a:xfrm>
            <a:off x="8981063" y="7564061"/>
            <a:ext cx="1444016"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04</a:t>
            </a:r>
            <a:endParaRPr/>
          </a:p>
        </p:txBody>
      </p:sp>
      <p:sp>
        <p:nvSpPr>
          <p:cNvPr id="167" name="Google Shape;167;p4"/>
          <p:cNvSpPr txBox="1"/>
          <p:nvPr/>
        </p:nvSpPr>
        <p:spPr>
          <a:xfrm>
            <a:off x="10802795" y="1866324"/>
            <a:ext cx="5675209" cy="1397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a:t>
            </a:r>
            <a:endParaRPr/>
          </a:p>
        </p:txBody>
      </p:sp>
      <p:sp>
        <p:nvSpPr>
          <p:cNvPr id="168" name="Google Shape;168;p4"/>
          <p:cNvSpPr txBox="1"/>
          <p:nvPr/>
        </p:nvSpPr>
        <p:spPr>
          <a:xfrm>
            <a:off x="10802795" y="5514975"/>
            <a:ext cx="5675209" cy="1397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a:t>
            </a:r>
            <a:endParaRPr/>
          </a:p>
        </p:txBody>
      </p:sp>
      <p:sp>
        <p:nvSpPr>
          <p:cNvPr id="169" name="Google Shape;169;p4"/>
          <p:cNvSpPr txBox="1"/>
          <p:nvPr/>
        </p:nvSpPr>
        <p:spPr>
          <a:xfrm>
            <a:off x="10802795" y="3689350"/>
            <a:ext cx="5675209" cy="1397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a:t>
            </a:r>
            <a:endParaRPr/>
          </a:p>
        </p:txBody>
      </p:sp>
      <p:sp>
        <p:nvSpPr>
          <p:cNvPr id="170" name="Google Shape;170;p4"/>
          <p:cNvSpPr txBox="1"/>
          <p:nvPr/>
        </p:nvSpPr>
        <p:spPr>
          <a:xfrm>
            <a:off x="10802795" y="7338000"/>
            <a:ext cx="5675209" cy="1397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a:t>
            </a:r>
            <a:endParaRPr/>
          </a:p>
        </p:txBody>
      </p:sp>
      <p:sp>
        <p:nvSpPr>
          <p:cNvPr id="171" name="Google Shape;171;p4"/>
          <p:cNvSpPr txBox="1"/>
          <p:nvPr/>
        </p:nvSpPr>
        <p:spPr>
          <a:xfrm>
            <a:off x="1208080" y="4217180"/>
            <a:ext cx="6062578" cy="207962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Problem Statement</a:t>
            </a:r>
            <a:endParaRPr/>
          </a:p>
        </p:txBody>
      </p:sp>
      <p:grpSp>
        <p:nvGrpSpPr>
          <p:cNvPr id="172" name="Google Shape;172;p4"/>
          <p:cNvGrpSpPr/>
          <p:nvPr/>
        </p:nvGrpSpPr>
        <p:grpSpPr>
          <a:xfrm rot="-5400000">
            <a:off x="3724468" y="4144918"/>
            <a:ext cx="225880" cy="5547977"/>
            <a:chOff x="0" y="-192881"/>
            <a:chExt cx="301173" cy="7397303"/>
          </a:xfrm>
        </p:grpSpPr>
        <p:grpSp>
          <p:nvGrpSpPr>
            <p:cNvPr id="173" name="Google Shape;173;p4"/>
            <p:cNvGrpSpPr/>
            <p:nvPr/>
          </p:nvGrpSpPr>
          <p:grpSpPr>
            <a:xfrm>
              <a:off x="0" y="-192881"/>
              <a:ext cx="301173" cy="7397303"/>
              <a:chOff x="0" y="-38100"/>
              <a:chExt cx="59491" cy="1461196"/>
            </a:xfrm>
          </p:grpSpPr>
          <p:sp>
            <p:nvSpPr>
              <p:cNvPr id="174" name="Google Shape;174;p4"/>
              <p:cNvSpPr/>
              <p:nvPr/>
            </p:nvSpPr>
            <p:spPr>
              <a:xfrm>
                <a:off x="0" y="0"/>
                <a:ext cx="59491" cy="1423096"/>
              </a:xfrm>
              <a:custGeom>
                <a:rect b="b" l="l" r="r" t="t"/>
                <a:pathLst>
                  <a:path extrusionOk="0" h="1423096" w="59491">
                    <a:moveTo>
                      <a:pt x="0" y="0"/>
                    </a:moveTo>
                    <a:lnTo>
                      <a:pt x="59491" y="0"/>
                    </a:lnTo>
                    <a:lnTo>
                      <a:pt x="59491" y="1423096"/>
                    </a:lnTo>
                    <a:lnTo>
                      <a:pt x="0" y="1423096"/>
                    </a:lnTo>
                    <a:close/>
                  </a:path>
                </a:pathLst>
              </a:custGeom>
              <a:solidFill>
                <a:srgbClr val="7C898B"/>
              </a:solidFill>
              <a:ln>
                <a:noFill/>
              </a:ln>
            </p:spPr>
          </p:sp>
          <p:sp>
            <p:nvSpPr>
              <p:cNvPr id="175" name="Google Shape;175;p4"/>
              <p:cNvSpPr txBox="1"/>
              <p:nvPr/>
            </p:nvSpPr>
            <p:spPr>
              <a:xfrm>
                <a:off x="0" y="-38100"/>
                <a:ext cx="59491" cy="146119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6" name="Google Shape;176;p4"/>
            <p:cNvGrpSpPr/>
            <p:nvPr/>
          </p:nvGrpSpPr>
          <p:grpSpPr>
            <a:xfrm>
              <a:off x="0" y="-192881"/>
              <a:ext cx="301173" cy="2023359"/>
              <a:chOff x="0" y="-38100"/>
              <a:chExt cx="59491" cy="399676"/>
            </a:xfrm>
          </p:grpSpPr>
          <p:sp>
            <p:nvSpPr>
              <p:cNvPr id="177" name="Google Shape;177;p4"/>
              <p:cNvSpPr/>
              <p:nvPr/>
            </p:nvSpPr>
            <p:spPr>
              <a:xfrm>
                <a:off x="0" y="0"/>
                <a:ext cx="59491" cy="361576"/>
              </a:xfrm>
              <a:custGeom>
                <a:rect b="b" l="l" r="r" t="t"/>
                <a:pathLst>
                  <a:path extrusionOk="0" h="361576" w="59491">
                    <a:moveTo>
                      <a:pt x="0" y="0"/>
                    </a:moveTo>
                    <a:lnTo>
                      <a:pt x="59491" y="0"/>
                    </a:lnTo>
                    <a:lnTo>
                      <a:pt x="59491" y="361576"/>
                    </a:lnTo>
                    <a:lnTo>
                      <a:pt x="0" y="361576"/>
                    </a:lnTo>
                    <a:close/>
                  </a:path>
                </a:pathLst>
              </a:custGeom>
              <a:solidFill>
                <a:srgbClr val="253439"/>
              </a:solidFill>
              <a:ln>
                <a:noFill/>
              </a:ln>
            </p:spPr>
          </p:sp>
          <p:sp>
            <p:nvSpPr>
              <p:cNvPr id="178" name="Google Shape;178;p4"/>
              <p:cNvSpPr txBox="1"/>
              <p:nvPr/>
            </p:nvSpPr>
            <p:spPr>
              <a:xfrm>
                <a:off x="0" y="-38100"/>
                <a:ext cx="59491" cy="39967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p4"/>
            <p:cNvGrpSpPr/>
            <p:nvPr/>
          </p:nvGrpSpPr>
          <p:grpSpPr>
            <a:xfrm>
              <a:off x="0" y="1635316"/>
              <a:ext cx="301173" cy="988015"/>
              <a:chOff x="0" y="-38100"/>
              <a:chExt cx="59491" cy="195164"/>
            </a:xfrm>
          </p:grpSpPr>
          <p:sp>
            <p:nvSpPr>
              <p:cNvPr id="180" name="Google Shape;180;p4"/>
              <p:cNvSpPr/>
              <p:nvPr/>
            </p:nvSpPr>
            <p:spPr>
              <a:xfrm>
                <a:off x="0" y="0"/>
                <a:ext cx="59491" cy="157064"/>
              </a:xfrm>
              <a:custGeom>
                <a:rect b="b" l="l" r="r" t="t"/>
                <a:pathLst>
                  <a:path extrusionOk="0" h="157064" w="59491">
                    <a:moveTo>
                      <a:pt x="0" y="0"/>
                    </a:moveTo>
                    <a:lnTo>
                      <a:pt x="59491" y="0"/>
                    </a:lnTo>
                    <a:lnTo>
                      <a:pt x="59491" y="157064"/>
                    </a:lnTo>
                    <a:lnTo>
                      <a:pt x="0" y="157064"/>
                    </a:lnTo>
                    <a:close/>
                  </a:path>
                </a:pathLst>
              </a:custGeom>
              <a:solidFill>
                <a:srgbClr val="B29E84"/>
              </a:solidFill>
              <a:ln>
                <a:noFill/>
              </a:ln>
            </p:spPr>
          </p:sp>
          <p:sp>
            <p:nvSpPr>
              <p:cNvPr id="181" name="Google Shape;181;p4"/>
              <p:cNvSpPr txBox="1"/>
              <p:nvPr/>
            </p:nvSpPr>
            <p:spPr>
              <a:xfrm>
                <a:off x="0" y="-38100"/>
                <a:ext cx="59491" cy="19516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185" name="Shape 185"/>
        <p:cNvGrpSpPr/>
        <p:nvPr/>
      </p:nvGrpSpPr>
      <p:grpSpPr>
        <a:xfrm>
          <a:off x="0" y="0"/>
          <a:ext cx="0" cy="0"/>
          <a:chOff x="0" y="0"/>
          <a:chExt cx="0" cy="0"/>
        </a:xfrm>
      </p:grpSpPr>
      <p:grpSp>
        <p:nvGrpSpPr>
          <p:cNvPr id="186" name="Google Shape;186;p5"/>
          <p:cNvGrpSpPr/>
          <p:nvPr/>
        </p:nvGrpSpPr>
        <p:grpSpPr>
          <a:xfrm>
            <a:off x="1551352" y="5341599"/>
            <a:ext cx="6062582" cy="3195754"/>
            <a:chOff x="0" y="-38100"/>
            <a:chExt cx="1596729" cy="841680"/>
          </a:xfrm>
        </p:grpSpPr>
        <p:sp>
          <p:nvSpPr>
            <p:cNvPr id="187" name="Google Shape;187;p5"/>
            <p:cNvSpPr/>
            <p:nvPr/>
          </p:nvSpPr>
          <p:spPr>
            <a:xfrm>
              <a:off x="0" y="0"/>
              <a:ext cx="1596729" cy="803580"/>
            </a:xfrm>
            <a:custGeom>
              <a:rect b="b" l="l" r="r" t="t"/>
              <a:pathLst>
                <a:path extrusionOk="0" h="803580" w="1596729">
                  <a:moveTo>
                    <a:pt x="0" y="0"/>
                  </a:moveTo>
                  <a:lnTo>
                    <a:pt x="1596729" y="0"/>
                  </a:lnTo>
                  <a:lnTo>
                    <a:pt x="1596729" y="803580"/>
                  </a:lnTo>
                  <a:lnTo>
                    <a:pt x="0" y="803580"/>
                  </a:lnTo>
                  <a:close/>
                </a:path>
              </a:pathLst>
            </a:custGeom>
            <a:solidFill>
              <a:srgbClr val="FFFFFF"/>
            </a:solidFill>
            <a:ln cap="sq" cmpd="sng" w="38100">
              <a:solidFill>
                <a:srgbClr val="B29E84"/>
              </a:solidFill>
              <a:prstDash val="solid"/>
              <a:miter lim="8000"/>
              <a:headEnd len="sm" w="sm" type="none"/>
              <a:tailEnd len="sm" w="sm" type="none"/>
            </a:ln>
          </p:spPr>
        </p:sp>
        <p:sp>
          <p:nvSpPr>
            <p:cNvPr id="188" name="Google Shape;188;p5"/>
            <p:cNvSpPr txBox="1"/>
            <p:nvPr/>
          </p:nvSpPr>
          <p:spPr>
            <a:xfrm>
              <a:off x="0" y="-38100"/>
              <a:ext cx="1596728" cy="841680"/>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9" name="Google Shape;189;p5"/>
          <p:cNvGrpSpPr/>
          <p:nvPr/>
        </p:nvGrpSpPr>
        <p:grpSpPr>
          <a:xfrm>
            <a:off x="9144000" y="2104803"/>
            <a:ext cx="7484873" cy="682625"/>
            <a:chOff x="0" y="-38100"/>
            <a:chExt cx="9979831" cy="910167"/>
          </a:xfrm>
        </p:grpSpPr>
        <p:sp>
          <p:nvSpPr>
            <p:cNvPr id="190" name="Google Shape;190;p5"/>
            <p:cNvSpPr/>
            <p:nvPr/>
          </p:nvSpPr>
          <p:spPr>
            <a:xfrm>
              <a:off x="0" y="127000"/>
              <a:ext cx="349754" cy="436033"/>
            </a:xfrm>
            <a:custGeom>
              <a:rect b="b" l="l" r="r" t="t"/>
              <a:pathLst>
                <a:path extrusionOk="0" h="436033" w="349754">
                  <a:moveTo>
                    <a:pt x="0" y="0"/>
                  </a:moveTo>
                  <a:lnTo>
                    <a:pt x="349754" y="0"/>
                  </a:lnTo>
                  <a:lnTo>
                    <a:pt x="349754" y="436033"/>
                  </a:lnTo>
                  <a:lnTo>
                    <a:pt x="0" y="436033"/>
                  </a:lnTo>
                  <a:lnTo>
                    <a:pt x="0" y="0"/>
                  </a:lnTo>
                  <a:close/>
                </a:path>
              </a:pathLst>
            </a:custGeom>
            <a:blipFill rotWithShape="1">
              <a:blip r:embed="rId3">
                <a:alphaModFix/>
              </a:blip>
              <a:stretch>
                <a:fillRect b="0" l="0" r="0" t="0"/>
              </a:stretch>
            </a:blipFill>
            <a:ln>
              <a:noFill/>
            </a:ln>
          </p:spPr>
        </p:sp>
        <p:sp>
          <p:nvSpPr>
            <p:cNvPr id="191" name="Google Shape;191;p5"/>
            <p:cNvSpPr txBox="1"/>
            <p:nvPr/>
          </p:nvSpPr>
          <p:spPr>
            <a:xfrm>
              <a:off x="996953" y="-38100"/>
              <a:ext cx="8982878"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a:t>
              </a:r>
              <a:endParaRPr/>
            </a:p>
          </p:txBody>
        </p:sp>
      </p:grpSp>
      <p:grpSp>
        <p:nvGrpSpPr>
          <p:cNvPr id="192" name="Google Shape;192;p5"/>
          <p:cNvGrpSpPr/>
          <p:nvPr/>
        </p:nvGrpSpPr>
        <p:grpSpPr>
          <a:xfrm>
            <a:off x="9144000" y="4979765"/>
            <a:ext cx="7484873" cy="682625"/>
            <a:chOff x="0" y="-38100"/>
            <a:chExt cx="9979831" cy="910167"/>
          </a:xfrm>
        </p:grpSpPr>
        <p:sp>
          <p:nvSpPr>
            <p:cNvPr id="193" name="Google Shape;193;p5"/>
            <p:cNvSpPr/>
            <p:nvPr/>
          </p:nvSpPr>
          <p:spPr>
            <a:xfrm>
              <a:off x="0" y="127000"/>
              <a:ext cx="349754" cy="436033"/>
            </a:xfrm>
            <a:custGeom>
              <a:rect b="b" l="l" r="r" t="t"/>
              <a:pathLst>
                <a:path extrusionOk="0" h="436033" w="349754">
                  <a:moveTo>
                    <a:pt x="0" y="0"/>
                  </a:moveTo>
                  <a:lnTo>
                    <a:pt x="349754" y="0"/>
                  </a:lnTo>
                  <a:lnTo>
                    <a:pt x="349754" y="436033"/>
                  </a:lnTo>
                  <a:lnTo>
                    <a:pt x="0" y="436033"/>
                  </a:lnTo>
                  <a:lnTo>
                    <a:pt x="0" y="0"/>
                  </a:lnTo>
                  <a:close/>
                </a:path>
              </a:pathLst>
            </a:custGeom>
            <a:blipFill rotWithShape="1">
              <a:blip r:embed="rId3">
                <a:alphaModFix/>
              </a:blip>
              <a:stretch>
                <a:fillRect b="0" l="0" r="0" t="0"/>
              </a:stretch>
            </a:blipFill>
            <a:ln>
              <a:noFill/>
            </a:ln>
          </p:spPr>
        </p:sp>
        <p:sp>
          <p:nvSpPr>
            <p:cNvPr id="194" name="Google Shape;194;p5"/>
            <p:cNvSpPr txBox="1"/>
            <p:nvPr/>
          </p:nvSpPr>
          <p:spPr>
            <a:xfrm>
              <a:off x="996953" y="-38100"/>
              <a:ext cx="8982878"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 Aenean auctor sapien in congue efficitur. Nulla vel mi ut odio feugiat rhoncus et in massa. </a:t>
              </a:r>
              <a:endParaRPr/>
            </a:p>
          </p:txBody>
        </p:sp>
      </p:grpSp>
      <p:grpSp>
        <p:nvGrpSpPr>
          <p:cNvPr id="195" name="Google Shape;195;p5"/>
          <p:cNvGrpSpPr/>
          <p:nvPr/>
        </p:nvGrpSpPr>
        <p:grpSpPr>
          <a:xfrm>
            <a:off x="9144000" y="3542284"/>
            <a:ext cx="7484873" cy="682625"/>
            <a:chOff x="0" y="-38100"/>
            <a:chExt cx="9979831" cy="910167"/>
          </a:xfrm>
        </p:grpSpPr>
        <p:sp>
          <p:nvSpPr>
            <p:cNvPr id="196" name="Google Shape;196;p5"/>
            <p:cNvSpPr/>
            <p:nvPr/>
          </p:nvSpPr>
          <p:spPr>
            <a:xfrm>
              <a:off x="0" y="127000"/>
              <a:ext cx="349754" cy="436033"/>
            </a:xfrm>
            <a:custGeom>
              <a:rect b="b" l="l" r="r" t="t"/>
              <a:pathLst>
                <a:path extrusionOk="0" h="436033" w="349754">
                  <a:moveTo>
                    <a:pt x="0" y="0"/>
                  </a:moveTo>
                  <a:lnTo>
                    <a:pt x="349754" y="0"/>
                  </a:lnTo>
                  <a:lnTo>
                    <a:pt x="349754" y="436033"/>
                  </a:lnTo>
                  <a:lnTo>
                    <a:pt x="0" y="436033"/>
                  </a:lnTo>
                  <a:lnTo>
                    <a:pt x="0" y="0"/>
                  </a:lnTo>
                  <a:close/>
                </a:path>
              </a:pathLst>
            </a:custGeom>
            <a:blipFill rotWithShape="1">
              <a:blip r:embed="rId3">
                <a:alphaModFix/>
              </a:blip>
              <a:stretch>
                <a:fillRect b="0" l="0" r="0" t="0"/>
              </a:stretch>
            </a:blipFill>
            <a:ln>
              <a:noFill/>
            </a:ln>
          </p:spPr>
        </p:sp>
        <p:sp>
          <p:nvSpPr>
            <p:cNvPr id="197" name="Google Shape;197;p5"/>
            <p:cNvSpPr txBox="1"/>
            <p:nvPr/>
          </p:nvSpPr>
          <p:spPr>
            <a:xfrm>
              <a:off x="996953" y="-38100"/>
              <a:ext cx="8982878"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Pellentesque lobortis commodo fermentum. Suspendisse pellentesque elementum elit id congue. </a:t>
              </a:r>
              <a:endParaRPr/>
            </a:p>
          </p:txBody>
        </p:sp>
      </p:grpSp>
      <p:grpSp>
        <p:nvGrpSpPr>
          <p:cNvPr id="198" name="Google Shape;198;p5"/>
          <p:cNvGrpSpPr/>
          <p:nvPr/>
        </p:nvGrpSpPr>
        <p:grpSpPr>
          <a:xfrm>
            <a:off x="9144000" y="6417247"/>
            <a:ext cx="7484873" cy="682625"/>
            <a:chOff x="0" y="-38100"/>
            <a:chExt cx="9979831" cy="910167"/>
          </a:xfrm>
        </p:grpSpPr>
        <p:sp>
          <p:nvSpPr>
            <p:cNvPr id="199" name="Google Shape;199;p5"/>
            <p:cNvSpPr/>
            <p:nvPr/>
          </p:nvSpPr>
          <p:spPr>
            <a:xfrm>
              <a:off x="0" y="127000"/>
              <a:ext cx="349754" cy="436033"/>
            </a:xfrm>
            <a:custGeom>
              <a:rect b="b" l="l" r="r" t="t"/>
              <a:pathLst>
                <a:path extrusionOk="0" h="436033" w="349754">
                  <a:moveTo>
                    <a:pt x="0" y="0"/>
                  </a:moveTo>
                  <a:lnTo>
                    <a:pt x="349754" y="0"/>
                  </a:lnTo>
                  <a:lnTo>
                    <a:pt x="349754" y="436033"/>
                  </a:lnTo>
                  <a:lnTo>
                    <a:pt x="0" y="436033"/>
                  </a:lnTo>
                  <a:lnTo>
                    <a:pt x="0" y="0"/>
                  </a:lnTo>
                  <a:close/>
                </a:path>
              </a:pathLst>
            </a:custGeom>
            <a:blipFill rotWithShape="1">
              <a:blip r:embed="rId3">
                <a:alphaModFix/>
              </a:blip>
              <a:stretch>
                <a:fillRect b="0" l="0" r="0" t="0"/>
              </a:stretch>
            </a:blipFill>
            <a:ln>
              <a:noFill/>
            </a:ln>
          </p:spPr>
        </p:sp>
        <p:sp>
          <p:nvSpPr>
            <p:cNvPr id="200" name="Google Shape;200;p5"/>
            <p:cNvSpPr txBox="1"/>
            <p:nvPr/>
          </p:nvSpPr>
          <p:spPr>
            <a:xfrm>
              <a:off x="996953" y="-38100"/>
              <a:ext cx="8982878"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Praesent neque metus, elementum ut aliquet eu, ullamcorper ac justo. Morbi a maximus eros. Praesent at massa nisi. </a:t>
              </a:r>
              <a:endParaRPr/>
            </a:p>
          </p:txBody>
        </p:sp>
      </p:grpSp>
      <p:grpSp>
        <p:nvGrpSpPr>
          <p:cNvPr id="201" name="Google Shape;201;p5"/>
          <p:cNvGrpSpPr/>
          <p:nvPr/>
        </p:nvGrpSpPr>
        <p:grpSpPr>
          <a:xfrm>
            <a:off x="9144000" y="7854728"/>
            <a:ext cx="7484873" cy="682625"/>
            <a:chOff x="0" y="-38100"/>
            <a:chExt cx="9979831" cy="910167"/>
          </a:xfrm>
        </p:grpSpPr>
        <p:sp>
          <p:nvSpPr>
            <p:cNvPr id="202" name="Google Shape;202;p5"/>
            <p:cNvSpPr/>
            <p:nvPr/>
          </p:nvSpPr>
          <p:spPr>
            <a:xfrm>
              <a:off x="0" y="127000"/>
              <a:ext cx="349754" cy="436033"/>
            </a:xfrm>
            <a:custGeom>
              <a:rect b="b" l="l" r="r" t="t"/>
              <a:pathLst>
                <a:path extrusionOk="0" h="436033" w="349754">
                  <a:moveTo>
                    <a:pt x="0" y="0"/>
                  </a:moveTo>
                  <a:lnTo>
                    <a:pt x="349754" y="0"/>
                  </a:lnTo>
                  <a:lnTo>
                    <a:pt x="349754" y="436033"/>
                  </a:lnTo>
                  <a:lnTo>
                    <a:pt x="0" y="436033"/>
                  </a:lnTo>
                  <a:lnTo>
                    <a:pt x="0" y="0"/>
                  </a:lnTo>
                  <a:close/>
                </a:path>
              </a:pathLst>
            </a:custGeom>
            <a:blipFill rotWithShape="1">
              <a:blip r:embed="rId3">
                <a:alphaModFix/>
              </a:blip>
              <a:stretch>
                <a:fillRect b="0" l="0" r="0" t="0"/>
              </a:stretch>
            </a:blipFill>
            <a:ln>
              <a:noFill/>
            </a:ln>
          </p:spPr>
        </p:sp>
        <p:sp>
          <p:nvSpPr>
            <p:cNvPr id="203" name="Google Shape;203;p5"/>
            <p:cNvSpPr txBox="1"/>
            <p:nvPr/>
          </p:nvSpPr>
          <p:spPr>
            <a:xfrm>
              <a:off x="996953" y="-38100"/>
              <a:ext cx="8982878" cy="9101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Sed et erat non purus fermentum volutpat. Nulla accumsan dictum leo, quis aliquam nibh lobortis eu. </a:t>
              </a:r>
              <a:endParaRPr/>
            </a:p>
          </p:txBody>
        </p:sp>
      </p:grpSp>
      <p:grpSp>
        <p:nvGrpSpPr>
          <p:cNvPr id="204" name="Google Shape;204;p5"/>
          <p:cNvGrpSpPr/>
          <p:nvPr/>
        </p:nvGrpSpPr>
        <p:grpSpPr>
          <a:xfrm>
            <a:off x="2110257" y="6193809"/>
            <a:ext cx="4944768" cy="1650284"/>
            <a:chOff x="0" y="19050"/>
            <a:chExt cx="6593024" cy="2200378"/>
          </a:xfrm>
        </p:grpSpPr>
        <p:sp>
          <p:nvSpPr>
            <p:cNvPr id="205" name="Google Shape;205;p5"/>
            <p:cNvSpPr txBox="1"/>
            <p:nvPr/>
          </p:nvSpPr>
          <p:spPr>
            <a:xfrm>
              <a:off x="0" y="19050"/>
              <a:ext cx="6593024" cy="549063"/>
            </a:xfrm>
            <a:prstGeom prst="rect">
              <a:avLst/>
            </a:prstGeom>
            <a:noFill/>
            <a:ln>
              <a:noFill/>
            </a:ln>
          </p:spPr>
          <p:txBody>
            <a:bodyPr anchorCtr="0" anchor="t" bIns="0" lIns="0" spcFirstLastPara="1" rIns="0" wrap="square" tIns="0">
              <a:spAutoFit/>
            </a:bodyPr>
            <a:lstStyle/>
            <a:p>
              <a:pPr indent="0" lvl="0" marL="0" marR="0" rtl="0" algn="l">
                <a:lnSpc>
                  <a:spcPct val="110003"/>
                </a:lnSpc>
                <a:spcBef>
                  <a:spcPts val="0"/>
                </a:spcBef>
                <a:spcAft>
                  <a:spcPts val="0"/>
                </a:spcAft>
                <a:buNone/>
              </a:pPr>
              <a:r>
                <a:rPr b="1" i="0" lang="en-US" sz="2799" u="none" cap="none" strike="noStrike">
                  <a:solidFill>
                    <a:srgbClr val="253439"/>
                  </a:solidFill>
                  <a:latin typeface="Lato"/>
                  <a:ea typeface="Lato"/>
                  <a:cs typeface="Lato"/>
                  <a:sym typeface="Lato"/>
                </a:rPr>
                <a:t>Hypotheses</a:t>
              </a:r>
              <a:endParaRPr/>
            </a:p>
          </p:txBody>
        </p:sp>
        <p:sp>
          <p:nvSpPr>
            <p:cNvPr id="206" name="Google Shape;206;p5"/>
            <p:cNvSpPr txBox="1"/>
            <p:nvPr/>
          </p:nvSpPr>
          <p:spPr>
            <a:xfrm>
              <a:off x="0" y="839361"/>
              <a:ext cx="6204950" cy="1380067"/>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a:t>
              </a:r>
              <a:endParaRPr/>
            </a:p>
          </p:txBody>
        </p:sp>
      </p:grpSp>
      <p:sp>
        <p:nvSpPr>
          <p:cNvPr id="207" name="Google Shape;207;p5"/>
          <p:cNvSpPr txBox="1"/>
          <p:nvPr/>
        </p:nvSpPr>
        <p:spPr>
          <a:xfrm>
            <a:off x="1551352" y="2145283"/>
            <a:ext cx="6062578" cy="207962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Research Objectives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211" name="Shape 211"/>
        <p:cNvGrpSpPr/>
        <p:nvPr/>
      </p:nvGrpSpPr>
      <p:grpSpPr>
        <a:xfrm>
          <a:off x="0" y="0"/>
          <a:ext cx="0" cy="0"/>
          <a:chOff x="0" y="0"/>
          <a:chExt cx="0" cy="0"/>
        </a:xfrm>
      </p:grpSpPr>
      <p:sp>
        <p:nvSpPr>
          <p:cNvPr id="212" name="Google Shape;212;p6"/>
          <p:cNvSpPr/>
          <p:nvPr/>
        </p:nvSpPr>
        <p:spPr>
          <a:xfrm>
            <a:off x="3428413" y="2193231"/>
            <a:ext cx="6090071" cy="6158854"/>
          </a:xfrm>
          <a:custGeom>
            <a:rect b="b" l="l" r="r" t="t"/>
            <a:pathLst>
              <a:path extrusionOk="0" h="954168" w="943511">
                <a:moveTo>
                  <a:pt x="0" y="0"/>
                </a:moveTo>
                <a:lnTo>
                  <a:pt x="943511" y="0"/>
                </a:lnTo>
                <a:lnTo>
                  <a:pt x="943511" y="954168"/>
                </a:lnTo>
                <a:lnTo>
                  <a:pt x="0" y="954168"/>
                </a:lnTo>
                <a:close/>
              </a:path>
            </a:pathLst>
          </a:custGeom>
          <a:blipFill rotWithShape="1">
            <a:blip r:embed="rId3">
              <a:alphaModFix/>
            </a:blip>
            <a:stretch>
              <a:fillRect b="0" l="-25893" r="-25893" t="0"/>
            </a:stretch>
          </a:blipFill>
          <a:ln>
            <a:noFill/>
          </a:ln>
        </p:spPr>
      </p:sp>
      <p:sp>
        <p:nvSpPr>
          <p:cNvPr id="213" name="Google Shape;213;p6"/>
          <p:cNvSpPr txBox="1"/>
          <p:nvPr/>
        </p:nvSpPr>
        <p:spPr>
          <a:xfrm>
            <a:off x="10646583" y="2077790"/>
            <a:ext cx="6090065" cy="207962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Significance of the Study</a:t>
            </a:r>
            <a:endParaRPr/>
          </a:p>
        </p:txBody>
      </p:sp>
      <p:sp>
        <p:nvSpPr>
          <p:cNvPr id="214" name="Google Shape;214;p6"/>
          <p:cNvSpPr txBox="1"/>
          <p:nvPr/>
        </p:nvSpPr>
        <p:spPr>
          <a:xfrm>
            <a:off x="10646583" y="6955085"/>
            <a:ext cx="6090065" cy="139700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Sed et erat non purus fermentum volutpat. Nulla accumsan dictum leo, quis aliquam nibh lobortis eu. Nam non faucibus leo. Vestibulum ante ipsum primis in faucibus orci luctus et ultrices posuere cubilia curae.</a:t>
            </a:r>
            <a:endParaRPr/>
          </a:p>
        </p:txBody>
      </p:sp>
      <p:grpSp>
        <p:nvGrpSpPr>
          <p:cNvPr id="215" name="Google Shape;215;p6"/>
          <p:cNvGrpSpPr/>
          <p:nvPr/>
        </p:nvGrpSpPr>
        <p:grpSpPr>
          <a:xfrm rot="5400000">
            <a:off x="460679" y="7509302"/>
            <a:ext cx="1410805" cy="274763"/>
            <a:chOff x="-78067" y="0"/>
            <a:chExt cx="1881074" cy="366350"/>
          </a:xfrm>
        </p:grpSpPr>
        <p:grpSp>
          <p:nvGrpSpPr>
            <p:cNvPr id="216" name="Google Shape;216;p6"/>
            <p:cNvGrpSpPr/>
            <p:nvPr/>
          </p:nvGrpSpPr>
          <p:grpSpPr>
            <a:xfrm rot="-5400000">
              <a:off x="-39033" y="-39033"/>
              <a:ext cx="366350" cy="444417"/>
              <a:chOff x="0" y="-38100"/>
              <a:chExt cx="178795" cy="216895"/>
            </a:xfrm>
          </p:grpSpPr>
          <p:sp>
            <p:nvSpPr>
              <p:cNvPr id="217" name="Google Shape;217;p6"/>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253439"/>
              </a:solidFill>
              <a:ln>
                <a:noFill/>
              </a:ln>
            </p:spPr>
          </p:sp>
          <p:sp>
            <p:nvSpPr>
              <p:cNvPr id="218" name="Google Shape;218;p6"/>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6"/>
            <p:cNvGrpSpPr/>
            <p:nvPr/>
          </p:nvGrpSpPr>
          <p:grpSpPr>
            <a:xfrm rot="-5400000">
              <a:off x="679295" y="-39033"/>
              <a:ext cx="366350" cy="444417"/>
              <a:chOff x="0" y="-38100"/>
              <a:chExt cx="178795" cy="216895"/>
            </a:xfrm>
          </p:grpSpPr>
          <p:sp>
            <p:nvSpPr>
              <p:cNvPr id="220" name="Google Shape;220;p6"/>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B29E84"/>
              </a:solidFill>
              <a:ln>
                <a:noFill/>
              </a:ln>
            </p:spPr>
          </p:sp>
          <p:sp>
            <p:nvSpPr>
              <p:cNvPr id="221" name="Google Shape;221;p6"/>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6"/>
            <p:cNvGrpSpPr/>
            <p:nvPr/>
          </p:nvGrpSpPr>
          <p:grpSpPr>
            <a:xfrm rot="-5400000">
              <a:off x="1397624" y="-39033"/>
              <a:ext cx="366350" cy="444417"/>
              <a:chOff x="0" y="-38100"/>
              <a:chExt cx="178795" cy="216895"/>
            </a:xfrm>
          </p:grpSpPr>
          <p:sp>
            <p:nvSpPr>
              <p:cNvPr id="223" name="Google Shape;223;p6"/>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7C898B"/>
              </a:solidFill>
              <a:ln>
                <a:noFill/>
              </a:ln>
            </p:spPr>
          </p:sp>
          <p:sp>
            <p:nvSpPr>
              <p:cNvPr id="224" name="Google Shape;224;p6"/>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228" name="Shape 228"/>
        <p:cNvGrpSpPr/>
        <p:nvPr/>
      </p:nvGrpSpPr>
      <p:grpSpPr>
        <a:xfrm>
          <a:off x="0" y="0"/>
          <a:ext cx="0" cy="0"/>
          <a:chOff x="0" y="0"/>
          <a:chExt cx="0" cy="0"/>
        </a:xfrm>
      </p:grpSpPr>
      <p:sp>
        <p:nvSpPr>
          <p:cNvPr id="229" name="Google Shape;229;p7"/>
          <p:cNvSpPr txBox="1"/>
          <p:nvPr/>
        </p:nvSpPr>
        <p:spPr>
          <a:xfrm>
            <a:off x="1551352" y="1645602"/>
            <a:ext cx="14203723" cy="106997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Theoretical Framework</a:t>
            </a:r>
            <a:endParaRPr/>
          </a:p>
        </p:txBody>
      </p:sp>
      <p:grpSp>
        <p:nvGrpSpPr>
          <p:cNvPr id="230" name="Google Shape;230;p7"/>
          <p:cNvGrpSpPr/>
          <p:nvPr/>
        </p:nvGrpSpPr>
        <p:grpSpPr>
          <a:xfrm>
            <a:off x="1458565" y="5269334"/>
            <a:ext cx="3526424" cy="1425918"/>
            <a:chOff x="0" y="-38100"/>
            <a:chExt cx="928770" cy="375550"/>
          </a:xfrm>
        </p:grpSpPr>
        <p:sp>
          <p:nvSpPr>
            <p:cNvPr id="231" name="Google Shape;231;p7"/>
            <p:cNvSpPr/>
            <p:nvPr/>
          </p:nvSpPr>
          <p:spPr>
            <a:xfrm>
              <a:off x="0" y="0"/>
              <a:ext cx="928770" cy="337450"/>
            </a:xfrm>
            <a:custGeom>
              <a:rect b="b" l="l" r="r" t="t"/>
              <a:pathLst>
                <a:path extrusionOk="0" h="337450" w="928770">
                  <a:moveTo>
                    <a:pt x="0" y="0"/>
                  </a:moveTo>
                  <a:lnTo>
                    <a:pt x="928770" y="0"/>
                  </a:lnTo>
                  <a:lnTo>
                    <a:pt x="928770" y="337450"/>
                  </a:lnTo>
                  <a:lnTo>
                    <a:pt x="0" y="337450"/>
                  </a:lnTo>
                  <a:close/>
                </a:path>
              </a:pathLst>
            </a:custGeom>
            <a:noFill/>
            <a:ln cap="sq" cmpd="sng" w="19050">
              <a:solidFill>
                <a:srgbClr val="7C898B"/>
              </a:solidFill>
              <a:prstDash val="solid"/>
              <a:miter lim="8000"/>
              <a:headEnd len="sm" w="sm" type="none"/>
              <a:tailEnd len="sm" w="sm" type="none"/>
            </a:ln>
          </p:spPr>
        </p:sp>
        <p:sp>
          <p:nvSpPr>
            <p:cNvPr id="232" name="Google Shape;232;p7"/>
            <p:cNvSpPr txBox="1"/>
            <p:nvPr/>
          </p:nvSpPr>
          <p:spPr>
            <a:xfrm>
              <a:off x="0" y="-38100"/>
              <a:ext cx="928770" cy="375550"/>
            </a:xfrm>
            <a:prstGeom prst="rect">
              <a:avLst/>
            </a:prstGeom>
            <a:noFill/>
            <a:ln>
              <a:noFill/>
            </a:ln>
          </p:spPr>
          <p:txBody>
            <a:bodyPr anchorCtr="0" anchor="ctr" bIns="50800" lIns="50800" spcFirstLastPara="1" rIns="50800" wrap="square" tIns="50800">
              <a:noAutofit/>
            </a:bodyPr>
            <a:lstStyle/>
            <a:p>
              <a:pPr indent="0" lvl="0" marL="0" marR="0" rtl="0" algn="ctr">
                <a:lnSpc>
                  <a:spcPct val="140020"/>
                </a:lnSpc>
                <a:spcBef>
                  <a:spcPts val="0"/>
                </a:spcBef>
                <a:spcAft>
                  <a:spcPts val="0"/>
                </a:spcAft>
                <a:buNone/>
              </a:pPr>
              <a:r>
                <a:rPr b="0" i="0" lang="en-US" sz="1999" u="none" cap="none" strike="noStrike">
                  <a:solidFill>
                    <a:srgbClr val="253439"/>
                  </a:solidFill>
                  <a:latin typeface="Lato"/>
                  <a:ea typeface="Lato"/>
                  <a:cs typeface="Lato"/>
                  <a:sym typeface="Lato"/>
                </a:rPr>
                <a:t>Environmental Sources</a:t>
              </a:r>
              <a:endParaRPr/>
            </a:p>
          </p:txBody>
        </p:sp>
      </p:grpSp>
      <p:grpSp>
        <p:nvGrpSpPr>
          <p:cNvPr id="233" name="Google Shape;233;p7"/>
          <p:cNvGrpSpPr/>
          <p:nvPr/>
        </p:nvGrpSpPr>
        <p:grpSpPr>
          <a:xfrm>
            <a:off x="5872529" y="3284238"/>
            <a:ext cx="4745840" cy="5396112"/>
            <a:chOff x="0" y="-38100"/>
            <a:chExt cx="1249933" cy="1421198"/>
          </a:xfrm>
        </p:grpSpPr>
        <p:sp>
          <p:nvSpPr>
            <p:cNvPr id="234" name="Google Shape;234;p7"/>
            <p:cNvSpPr/>
            <p:nvPr/>
          </p:nvSpPr>
          <p:spPr>
            <a:xfrm>
              <a:off x="0" y="0"/>
              <a:ext cx="1249933" cy="1383098"/>
            </a:xfrm>
            <a:custGeom>
              <a:rect b="b" l="l" r="r" t="t"/>
              <a:pathLst>
                <a:path extrusionOk="0" h="1383098" w="1249933">
                  <a:moveTo>
                    <a:pt x="0" y="0"/>
                  </a:moveTo>
                  <a:lnTo>
                    <a:pt x="1249933" y="0"/>
                  </a:lnTo>
                  <a:lnTo>
                    <a:pt x="1249933" y="1383098"/>
                  </a:lnTo>
                  <a:lnTo>
                    <a:pt x="0" y="1383098"/>
                  </a:lnTo>
                  <a:close/>
                </a:path>
              </a:pathLst>
            </a:custGeom>
            <a:solidFill>
              <a:srgbClr val="FFFFFF"/>
            </a:solidFill>
            <a:ln cap="sq" cmpd="sng" w="19050">
              <a:solidFill>
                <a:srgbClr val="7C898B"/>
              </a:solidFill>
              <a:prstDash val="solid"/>
              <a:miter lim="8000"/>
              <a:headEnd len="sm" w="sm" type="none"/>
              <a:tailEnd len="sm" w="sm" type="none"/>
            </a:ln>
          </p:spPr>
        </p:sp>
        <p:sp>
          <p:nvSpPr>
            <p:cNvPr id="235" name="Google Shape;235;p7"/>
            <p:cNvSpPr txBox="1"/>
            <p:nvPr/>
          </p:nvSpPr>
          <p:spPr>
            <a:xfrm>
              <a:off x="0" y="-38100"/>
              <a:ext cx="1249933" cy="142119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6" name="Google Shape;236;p7"/>
          <p:cNvGrpSpPr/>
          <p:nvPr/>
        </p:nvGrpSpPr>
        <p:grpSpPr>
          <a:xfrm>
            <a:off x="6511141" y="3785079"/>
            <a:ext cx="3526424" cy="1425918"/>
            <a:chOff x="0" y="-38100"/>
            <a:chExt cx="928770" cy="375550"/>
          </a:xfrm>
        </p:grpSpPr>
        <p:sp>
          <p:nvSpPr>
            <p:cNvPr id="237" name="Google Shape;237;p7"/>
            <p:cNvSpPr/>
            <p:nvPr/>
          </p:nvSpPr>
          <p:spPr>
            <a:xfrm>
              <a:off x="0" y="0"/>
              <a:ext cx="928770" cy="337450"/>
            </a:xfrm>
            <a:custGeom>
              <a:rect b="b" l="l" r="r" t="t"/>
              <a:pathLst>
                <a:path extrusionOk="0" h="337450" w="928770">
                  <a:moveTo>
                    <a:pt x="0" y="0"/>
                  </a:moveTo>
                  <a:lnTo>
                    <a:pt x="928770" y="0"/>
                  </a:lnTo>
                  <a:lnTo>
                    <a:pt x="928770" y="337450"/>
                  </a:lnTo>
                  <a:lnTo>
                    <a:pt x="0" y="337450"/>
                  </a:lnTo>
                  <a:close/>
                </a:path>
              </a:pathLst>
            </a:custGeom>
            <a:solidFill>
              <a:srgbClr val="F6F4F1"/>
            </a:solidFill>
            <a:ln cap="sq" cmpd="sng" w="19050">
              <a:solidFill>
                <a:srgbClr val="7C898B"/>
              </a:solidFill>
              <a:prstDash val="solid"/>
              <a:miter lim="8000"/>
              <a:headEnd len="sm" w="sm" type="none"/>
              <a:tailEnd len="sm" w="sm" type="none"/>
            </a:ln>
          </p:spPr>
        </p:sp>
        <p:sp>
          <p:nvSpPr>
            <p:cNvPr id="238" name="Google Shape;238;p7"/>
            <p:cNvSpPr txBox="1"/>
            <p:nvPr/>
          </p:nvSpPr>
          <p:spPr>
            <a:xfrm>
              <a:off x="0" y="-38100"/>
              <a:ext cx="928770" cy="375550"/>
            </a:xfrm>
            <a:prstGeom prst="rect">
              <a:avLst/>
            </a:prstGeom>
            <a:noFill/>
            <a:ln>
              <a:noFill/>
            </a:ln>
          </p:spPr>
          <p:txBody>
            <a:bodyPr anchorCtr="0" anchor="ctr" bIns="50800" lIns="50800" spcFirstLastPara="1" rIns="50800" wrap="square" tIns="50800">
              <a:noAutofit/>
            </a:bodyPr>
            <a:lstStyle/>
            <a:p>
              <a:pPr indent="0" lvl="0" marL="0" marR="0" rtl="0" algn="ctr">
                <a:lnSpc>
                  <a:spcPct val="140020"/>
                </a:lnSpc>
                <a:spcBef>
                  <a:spcPts val="0"/>
                </a:spcBef>
                <a:spcAft>
                  <a:spcPts val="0"/>
                </a:spcAft>
                <a:buNone/>
              </a:pPr>
              <a:r>
                <a:rPr b="0" i="0" lang="en-US" sz="1999" u="none" cap="none" strike="noStrike">
                  <a:solidFill>
                    <a:srgbClr val="253439"/>
                  </a:solidFill>
                  <a:latin typeface="Lato"/>
                  <a:ea typeface="Lato"/>
                  <a:cs typeface="Lato"/>
                  <a:sym typeface="Lato"/>
                </a:rPr>
                <a:t>Extrinsict Reward</a:t>
              </a:r>
              <a:endParaRPr/>
            </a:p>
          </p:txBody>
        </p:sp>
      </p:grpSp>
      <p:grpSp>
        <p:nvGrpSpPr>
          <p:cNvPr id="239" name="Google Shape;239;p7"/>
          <p:cNvGrpSpPr/>
          <p:nvPr/>
        </p:nvGrpSpPr>
        <p:grpSpPr>
          <a:xfrm>
            <a:off x="6511141" y="6767847"/>
            <a:ext cx="3526424" cy="1425918"/>
            <a:chOff x="0" y="-38100"/>
            <a:chExt cx="928770" cy="375550"/>
          </a:xfrm>
        </p:grpSpPr>
        <p:sp>
          <p:nvSpPr>
            <p:cNvPr id="240" name="Google Shape;240;p7"/>
            <p:cNvSpPr/>
            <p:nvPr/>
          </p:nvSpPr>
          <p:spPr>
            <a:xfrm>
              <a:off x="0" y="0"/>
              <a:ext cx="928770" cy="337450"/>
            </a:xfrm>
            <a:custGeom>
              <a:rect b="b" l="l" r="r" t="t"/>
              <a:pathLst>
                <a:path extrusionOk="0" h="337450" w="928770">
                  <a:moveTo>
                    <a:pt x="0" y="0"/>
                  </a:moveTo>
                  <a:lnTo>
                    <a:pt x="928770" y="0"/>
                  </a:lnTo>
                  <a:lnTo>
                    <a:pt x="928770" y="337450"/>
                  </a:lnTo>
                  <a:lnTo>
                    <a:pt x="0" y="337450"/>
                  </a:lnTo>
                  <a:close/>
                </a:path>
              </a:pathLst>
            </a:custGeom>
            <a:solidFill>
              <a:srgbClr val="F6F4F1"/>
            </a:solidFill>
            <a:ln cap="sq" cmpd="sng" w="19050">
              <a:solidFill>
                <a:srgbClr val="7C898B"/>
              </a:solidFill>
              <a:prstDash val="solid"/>
              <a:miter lim="8000"/>
              <a:headEnd len="sm" w="sm" type="none"/>
              <a:tailEnd len="sm" w="sm" type="none"/>
            </a:ln>
          </p:spPr>
        </p:sp>
        <p:sp>
          <p:nvSpPr>
            <p:cNvPr id="241" name="Google Shape;241;p7"/>
            <p:cNvSpPr txBox="1"/>
            <p:nvPr/>
          </p:nvSpPr>
          <p:spPr>
            <a:xfrm>
              <a:off x="0" y="-38100"/>
              <a:ext cx="928770" cy="375550"/>
            </a:xfrm>
            <a:prstGeom prst="rect">
              <a:avLst/>
            </a:prstGeom>
            <a:noFill/>
            <a:ln>
              <a:noFill/>
            </a:ln>
          </p:spPr>
          <p:txBody>
            <a:bodyPr anchorCtr="0" anchor="ctr" bIns="50800" lIns="50800" spcFirstLastPara="1" rIns="50800" wrap="square" tIns="50800">
              <a:noAutofit/>
            </a:bodyPr>
            <a:lstStyle/>
            <a:p>
              <a:pPr indent="0" lvl="0" marL="0" marR="0" rtl="0" algn="ctr">
                <a:lnSpc>
                  <a:spcPct val="140020"/>
                </a:lnSpc>
                <a:spcBef>
                  <a:spcPts val="0"/>
                </a:spcBef>
                <a:spcAft>
                  <a:spcPts val="0"/>
                </a:spcAft>
                <a:buNone/>
              </a:pPr>
              <a:r>
                <a:rPr b="0" i="0" lang="en-US" sz="1999" u="none" cap="none" strike="noStrike">
                  <a:solidFill>
                    <a:srgbClr val="253439"/>
                  </a:solidFill>
                  <a:latin typeface="Lato"/>
                  <a:ea typeface="Lato"/>
                  <a:cs typeface="Lato"/>
                  <a:sym typeface="Lato"/>
                </a:rPr>
                <a:t>Intrinsic Reward</a:t>
              </a:r>
              <a:endParaRPr/>
            </a:p>
          </p:txBody>
        </p:sp>
      </p:grpSp>
      <p:grpSp>
        <p:nvGrpSpPr>
          <p:cNvPr id="242" name="Google Shape;242;p7"/>
          <p:cNvGrpSpPr/>
          <p:nvPr/>
        </p:nvGrpSpPr>
        <p:grpSpPr>
          <a:xfrm>
            <a:off x="11504194" y="5269334"/>
            <a:ext cx="2221932" cy="1425918"/>
            <a:chOff x="0" y="-38100"/>
            <a:chExt cx="585200" cy="375550"/>
          </a:xfrm>
        </p:grpSpPr>
        <p:sp>
          <p:nvSpPr>
            <p:cNvPr id="243" name="Google Shape;243;p7"/>
            <p:cNvSpPr/>
            <p:nvPr/>
          </p:nvSpPr>
          <p:spPr>
            <a:xfrm>
              <a:off x="0" y="0"/>
              <a:ext cx="585200" cy="337450"/>
            </a:xfrm>
            <a:custGeom>
              <a:rect b="b" l="l" r="r" t="t"/>
              <a:pathLst>
                <a:path extrusionOk="0" h="337450" w="585200">
                  <a:moveTo>
                    <a:pt x="0" y="0"/>
                  </a:moveTo>
                  <a:lnTo>
                    <a:pt x="585200" y="0"/>
                  </a:lnTo>
                  <a:lnTo>
                    <a:pt x="585200" y="337450"/>
                  </a:lnTo>
                  <a:lnTo>
                    <a:pt x="0" y="337450"/>
                  </a:lnTo>
                  <a:close/>
                </a:path>
              </a:pathLst>
            </a:custGeom>
            <a:noFill/>
            <a:ln cap="sq" cmpd="sng" w="19050">
              <a:solidFill>
                <a:srgbClr val="7C898B"/>
              </a:solidFill>
              <a:prstDash val="solid"/>
              <a:miter lim="8000"/>
              <a:headEnd len="sm" w="sm" type="none"/>
              <a:tailEnd len="sm" w="sm" type="none"/>
            </a:ln>
          </p:spPr>
        </p:sp>
        <p:sp>
          <p:nvSpPr>
            <p:cNvPr id="244" name="Google Shape;244;p7"/>
            <p:cNvSpPr txBox="1"/>
            <p:nvPr/>
          </p:nvSpPr>
          <p:spPr>
            <a:xfrm>
              <a:off x="0" y="-38100"/>
              <a:ext cx="585200" cy="375550"/>
            </a:xfrm>
            <a:prstGeom prst="rect">
              <a:avLst/>
            </a:prstGeom>
            <a:noFill/>
            <a:ln>
              <a:noFill/>
            </a:ln>
          </p:spPr>
          <p:txBody>
            <a:bodyPr anchorCtr="0" anchor="ctr" bIns="50800" lIns="50800" spcFirstLastPara="1" rIns="50800" wrap="square" tIns="50800">
              <a:noAutofit/>
            </a:bodyPr>
            <a:lstStyle/>
            <a:p>
              <a:pPr indent="0" lvl="0" marL="0" marR="0" rtl="0" algn="ctr">
                <a:lnSpc>
                  <a:spcPct val="140020"/>
                </a:lnSpc>
                <a:spcBef>
                  <a:spcPts val="0"/>
                </a:spcBef>
                <a:spcAft>
                  <a:spcPts val="0"/>
                </a:spcAft>
                <a:buNone/>
              </a:pPr>
              <a:r>
                <a:rPr b="0" i="0" lang="en-US" sz="1999" u="none" cap="none" strike="noStrike">
                  <a:solidFill>
                    <a:srgbClr val="253439"/>
                  </a:solidFill>
                  <a:latin typeface="Lato"/>
                  <a:ea typeface="Lato"/>
                  <a:cs typeface="Lato"/>
                  <a:sym typeface="Lato"/>
                </a:rPr>
                <a:t>Motivation</a:t>
              </a:r>
              <a:endParaRPr/>
            </a:p>
          </p:txBody>
        </p:sp>
      </p:grpSp>
      <p:grpSp>
        <p:nvGrpSpPr>
          <p:cNvPr id="245" name="Google Shape;245;p7"/>
          <p:cNvGrpSpPr/>
          <p:nvPr/>
        </p:nvGrpSpPr>
        <p:grpSpPr>
          <a:xfrm>
            <a:off x="14607503" y="5269334"/>
            <a:ext cx="2221932" cy="1425918"/>
            <a:chOff x="0" y="-38100"/>
            <a:chExt cx="585200" cy="375550"/>
          </a:xfrm>
        </p:grpSpPr>
        <p:sp>
          <p:nvSpPr>
            <p:cNvPr id="246" name="Google Shape;246;p7"/>
            <p:cNvSpPr/>
            <p:nvPr/>
          </p:nvSpPr>
          <p:spPr>
            <a:xfrm>
              <a:off x="0" y="0"/>
              <a:ext cx="585200" cy="337450"/>
            </a:xfrm>
            <a:custGeom>
              <a:rect b="b" l="l" r="r" t="t"/>
              <a:pathLst>
                <a:path extrusionOk="0" h="337450" w="585200">
                  <a:moveTo>
                    <a:pt x="0" y="0"/>
                  </a:moveTo>
                  <a:lnTo>
                    <a:pt x="585200" y="0"/>
                  </a:lnTo>
                  <a:lnTo>
                    <a:pt x="585200" y="337450"/>
                  </a:lnTo>
                  <a:lnTo>
                    <a:pt x="0" y="337450"/>
                  </a:lnTo>
                  <a:close/>
                </a:path>
              </a:pathLst>
            </a:custGeom>
            <a:noFill/>
            <a:ln cap="sq" cmpd="sng" w="19050">
              <a:solidFill>
                <a:srgbClr val="7C898B"/>
              </a:solidFill>
              <a:prstDash val="solid"/>
              <a:miter lim="8000"/>
              <a:headEnd len="sm" w="sm" type="none"/>
              <a:tailEnd len="sm" w="sm" type="none"/>
            </a:ln>
          </p:spPr>
        </p:sp>
        <p:sp>
          <p:nvSpPr>
            <p:cNvPr id="247" name="Google Shape;247;p7"/>
            <p:cNvSpPr txBox="1"/>
            <p:nvPr/>
          </p:nvSpPr>
          <p:spPr>
            <a:xfrm>
              <a:off x="0" y="-38100"/>
              <a:ext cx="585200" cy="375550"/>
            </a:xfrm>
            <a:prstGeom prst="rect">
              <a:avLst/>
            </a:prstGeom>
            <a:noFill/>
            <a:ln>
              <a:noFill/>
            </a:ln>
          </p:spPr>
          <p:txBody>
            <a:bodyPr anchorCtr="0" anchor="ctr" bIns="50800" lIns="50800" spcFirstLastPara="1" rIns="50800" wrap="square" tIns="50800">
              <a:noAutofit/>
            </a:bodyPr>
            <a:lstStyle/>
            <a:p>
              <a:pPr indent="0" lvl="0" marL="0" marR="0" rtl="0" algn="ctr">
                <a:lnSpc>
                  <a:spcPct val="140020"/>
                </a:lnSpc>
                <a:spcBef>
                  <a:spcPts val="0"/>
                </a:spcBef>
                <a:spcAft>
                  <a:spcPts val="0"/>
                </a:spcAft>
                <a:buNone/>
              </a:pPr>
              <a:r>
                <a:rPr b="0" i="0" lang="en-US" sz="1999" u="none" cap="none" strike="noStrike">
                  <a:solidFill>
                    <a:srgbClr val="253439"/>
                  </a:solidFill>
                  <a:latin typeface="Lato"/>
                  <a:ea typeface="Lato"/>
                  <a:cs typeface="Lato"/>
                  <a:sym typeface="Lato"/>
                </a:rPr>
                <a:t>Action</a:t>
              </a:r>
              <a:endParaRPr/>
            </a:p>
          </p:txBody>
        </p:sp>
      </p:grpSp>
      <p:cxnSp>
        <p:nvCxnSpPr>
          <p:cNvPr id="248" name="Google Shape;248;p7"/>
          <p:cNvCxnSpPr/>
          <p:nvPr/>
        </p:nvCxnSpPr>
        <p:spPr>
          <a:xfrm>
            <a:off x="4984989" y="6054624"/>
            <a:ext cx="887540" cy="0"/>
          </a:xfrm>
          <a:prstGeom prst="straightConnector1">
            <a:avLst/>
          </a:prstGeom>
          <a:noFill/>
          <a:ln cap="flat" cmpd="sng" w="19050">
            <a:solidFill>
              <a:srgbClr val="7C898B"/>
            </a:solidFill>
            <a:prstDash val="solid"/>
            <a:round/>
            <a:headEnd len="sm" w="sm" type="none"/>
            <a:tailEnd len="sm" w="sm" type="none"/>
          </a:ln>
        </p:spPr>
      </p:cxnSp>
      <p:cxnSp>
        <p:nvCxnSpPr>
          <p:cNvPr id="249" name="Google Shape;249;p7"/>
          <p:cNvCxnSpPr/>
          <p:nvPr/>
        </p:nvCxnSpPr>
        <p:spPr>
          <a:xfrm>
            <a:off x="10616654" y="6054624"/>
            <a:ext cx="887540" cy="0"/>
          </a:xfrm>
          <a:prstGeom prst="straightConnector1">
            <a:avLst/>
          </a:prstGeom>
          <a:noFill/>
          <a:ln cap="flat" cmpd="sng" w="19050">
            <a:solidFill>
              <a:srgbClr val="7C898B"/>
            </a:solidFill>
            <a:prstDash val="solid"/>
            <a:round/>
            <a:headEnd len="sm" w="sm" type="none"/>
            <a:tailEnd len="sm" w="sm" type="none"/>
          </a:ln>
        </p:spPr>
      </p:cxnSp>
      <p:cxnSp>
        <p:nvCxnSpPr>
          <p:cNvPr id="250" name="Google Shape;250;p7"/>
          <p:cNvCxnSpPr/>
          <p:nvPr/>
        </p:nvCxnSpPr>
        <p:spPr>
          <a:xfrm>
            <a:off x="13726125" y="6054624"/>
            <a:ext cx="887540" cy="0"/>
          </a:xfrm>
          <a:prstGeom prst="straightConnector1">
            <a:avLst/>
          </a:prstGeom>
          <a:noFill/>
          <a:ln cap="flat" cmpd="sng" w="19050">
            <a:solidFill>
              <a:srgbClr val="7C898B"/>
            </a:solidFill>
            <a:prstDash val="solid"/>
            <a:round/>
            <a:headEnd len="sm" w="sm" type="none"/>
            <a:tailEnd len="sm" w="sm" type="none"/>
          </a:ln>
        </p:spPr>
      </p:cxnSp>
      <p:grpSp>
        <p:nvGrpSpPr>
          <p:cNvPr id="251" name="Google Shape;251;p7"/>
          <p:cNvGrpSpPr/>
          <p:nvPr/>
        </p:nvGrpSpPr>
        <p:grpSpPr>
          <a:xfrm rot="-5400000">
            <a:off x="15447905" y="1960968"/>
            <a:ext cx="274763" cy="333313"/>
            <a:chOff x="0" y="-38100"/>
            <a:chExt cx="178795" cy="216895"/>
          </a:xfrm>
        </p:grpSpPr>
        <p:sp>
          <p:nvSpPr>
            <p:cNvPr id="252" name="Google Shape;252;p7"/>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253439"/>
            </a:solidFill>
            <a:ln>
              <a:noFill/>
            </a:ln>
          </p:spPr>
        </p:sp>
        <p:sp>
          <p:nvSpPr>
            <p:cNvPr id="253" name="Google Shape;253;p7"/>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4" name="Google Shape;254;p7"/>
          <p:cNvGrpSpPr/>
          <p:nvPr/>
        </p:nvGrpSpPr>
        <p:grpSpPr>
          <a:xfrm rot="-5400000">
            <a:off x="15986651" y="1960968"/>
            <a:ext cx="274763" cy="333313"/>
            <a:chOff x="0" y="-38100"/>
            <a:chExt cx="178795" cy="216895"/>
          </a:xfrm>
        </p:grpSpPr>
        <p:sp>
          <p:nvSpPr>
            <p:cNvPr id="255" name="Google Shape;255;p7"/>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B29E84"/>
            </a:solidFill>
            <a:ln>
              <a:noFill/>
            </a:ln>
          </p:spPr>
        </p:sp>
        <p:sp>
          <p:nvSpPr>
            <p:cNvPr id="256" name="Google Shape;256;p7"/>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7" name="Google Shape;257;p7"/>
          <p:cNvGrpSpPr/>
          <p:nvPr/>
        </p:nvGrpSpPr>
        <p:grpSpPr>
          <a:xfrm rot="-5400000">
            <a:off x="16525397" y="1960968"/>
            <a:ext cx="274763" cy="333313"/>
            <a:chOff x="0" y="-38100"/>
            <a:chExt cx="178795" cy="216895"/>
          </a:xfrm>
        </p:grpSpPr>
        <p:sp>
          <p:nvSpPr>
            <p:cNvPr id="258" name="Google Shape;258;p7"/>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7C898B"/>
            </a:solidFill>
            <a:ln>
              <a:noFill/>
            </a:ln>
          </p:spPr>
        </p:sp>
        <p:sp>
          <p:nvSpPr>
            <p:cNvPr id="259" name="Google Shape;259;p7"/>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263" name="Shape 263"/>
        <p:cNvGrpSpPr/>
        <p:nvPr/>
      </p:nvGrpSpPr>
      <p:grpSpPr>
        <a:xfrm>
          <a:off x="0" y="0"/>
          <a:ext cx="0" cy="0"/>
          <a:chOff x="0" y="0"/>
          <a:chExt cx="0" cy="0"/>
        </a:xfrm>
      </p:grpSpPr>
      <p:grpSp>
        <p:nvGrpSpPr>
          <p:cNvPr id="264" name="Google Shape;264;p8"/>
          <p:cNvGrpSpPr/>
          <p:nvPr/>
        </p:nvGrpSpPr>
        <p:grpSpPr>
          <a:xfrm>
            <a:off x="2465563" y="3441643"/>
            <a:ext cx="4944350" cy="5396112"/>
            <a:chOff x="0" y="-38100"/>
            <a:chExt cx="1302216" cy="1421198"/>
          </a:xfrm>
        </p:grpSpPr>
        <p:sp>
          <p:nvSpPr>
            <p:cNvPr id="265" name="Google Shape;265;p8"/>
            <p:cNvSpPr/>
            <p:nvPr/>
          </p:nvSpPr>
          <p:spPr>
            <a:xfrm>
              <a:off x="0" y="0"/>
              <a:ext cx="1302216" cy="1383098"/>
            </a:xfrm>
            <a:custGeom>
              <a:rect b="b" l="l" r="r" t="t"/>
              <a:pathLst>
                <a:path extrusionOk="0" h="1383098" w="1302216">
                  <a:moveTo>
                    <a:pt x="0" y="0"/>
                  </a:moveTo>
                  <a:lnTo>
                    <a:pt x="1302216" y="0"/>
                  </a:lnTo>
                  <a:lnTo>
                    <a:pt x="1302216" y="1383098"/>
                  </a:lnTo>
                  <a:lnTo>
                    <a:pt x="0" y="1383098"/>
                  </a:lnTo>
                  <a:close/>
                </a:path>
              </a:pathLst>
            </a:custGeom>
            <a:solidFill>
              <a:srgbClr val="FFFFFF"/>
            </a:solidFill>
            <a:ln cap="sq" cmpd="sng" w="19050">
              <a:solidFill>
                <a:srgbClr val="7C898B"/>
              </a:solidFill>
              <a:prstDash val="solid"/>
              <a:miter lim="8000"/>
              <a:headEnd len="sm" w="sm" type="none"/>
              <a:tailEnd len="sm" w="sm" type="none"/>
            </a:ln>
          </p:spPr>
        </p:sp>
        <p:sp>
          <p:nvSpPr>
            <p:cNvPr id="266" name="Google Shape;266;p8"/>
            <p:cNvSpPr txBox="1"/>
            <p:nvPr/>
          </p:nvSpPr>
          <p:spPr>
            <a:xfrm>
              <a:off x="0" y="-38100"/>
              <a:ext cx="1302216" cy="142119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7" name="Google Shape;267;p8"/>
          <p:cNvGrpSpPr/>
          <p:nvPr/>
        </p:nvGrpSpPr>
        <p:grpSpPr>
          <a:xfrm>
            <a:off x="10030442" y="3441643"/>
            <a:ext cx="4944350" cy="5396112"/>
            <a:chOff x="0" y="-38100"/>
            <a:chExt cx="1302216" cy="1421198"/>
          </a:xfrm>
        </p:grpSpPr>
        <p:sp>
          <p:nvSpPr>
            <p:cNvPr id="268" name="Google Shape;268;p8"/>
            <p:cNvSpPr/>
            <p:nvPr/>
          </p:nvSpPr>
          <p:spPr>
            <a:xfrm>
              <a:off x="0" y="0"/>
              <a:ext cx="1302216" cy="1383098"/>
            </a:xfrm>
            <a:custGeom>
              <a:rect b="b" l="l" r="r" t="t"/>
              <a:pathLst>
                <a:path extrusionOk="0" h="1383098" w="1302216">
                  <a:moveTo>
                    <a:pt x="0" y="0"/>
                  </a:moveTo>
                  <a:lnTo>
                    <a:pt x="1302216" y="0"/>
                  </a:lnTo>
                  <a:lnTo>
                    <a:pt x="1302216" y="1383098"/>
                  </a:lnTo>
                  <a:lnTo>
                    <a:pt x="0" y="1383098"/>
                  </a:lnTo>
                  <a:close/>
                </a:path>
              </a:pathLst>
            </a:custGeom>
            <a:solidFill>
              <a:srgbClr val="FFFFFF"/>
            </a:solidFill>
            <a:ln cap="sq" cmpd="sng" w="19050">
              <a:solidFill>
                <a:srgbClr val="7C898B"/>
              </a:solidFill>
              <a:prstDash val="solid"/>
              <a:miter lim="8000"/>
              <a:headEnd len="sm" w="sm" type="none"/>
              <a:tailEnd len="sm" w="sm" type="none"/>
            </a:ln>
          </p:spPr>
        </p:sp>
        <p:sp>
          <p:nvSpPr>
            <p:cNvPr id="269" name="Google Shape;269;p8"/>
            <p:cNvSpPr txBox="1"/>
            <p:nvPr/>
          </p:nvSpPr>
          <p:spPr>
            <a:xfrm>
              <a:off x="0" y="-38100"/>
              <a:ext cx="1302216" cy="1421198"/>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8"/>
          <p:cNvGrpSpPr/>
          <p:nvPr/>
        </p:nvGrpSpPr>
        <p:grpSpPr>
          <a:xfrm>
            <a:off x="17103111" y="-363337"/>
            <a:ext cx="1410420" cy="10869012"/>
            <a:chOff x="0" y="-38100"/>
            <a:chExt cx="371469" cy="2862621"/>
          </a:xfrm>
        </p:grpSpPr>
        <p:sp>
          <p:nvSpPr>
            <p:cNvPr id="271" name="Google Shape;271;p8"/>
            <p:cNvSpPr/>
            <p:nvPr/>
          </p:nvSpPr>
          <p:spPr>
            <a:xfrm>
              <a:off x="0" y="0"/>
              <a:ext cx="371469" cy="2824520"/>
            </a:xfrm>
            <a:custGeom>
              <a:rect b="b" l="l" r="r" t="t"/>
              <a:pathLst>
                <a:path extrusionOk="0" h="2824520" w="371469">
                  <a:moveTo>
                    <a:pt x="0" y="0"/>
                  </a:moveTo>
                  <a:lnTo>
                    <a:pt x="371469" y="0"/>
                  </a:lnTo>
                  <a:lnTo>
                    <a:pt x="371469" y="2824520"/>
                  </a:lnTo>
                  <a:lnTo>
                    <a:pt x="0" y="2824520"/>
                  </a:lnTo>
                  <a:close/>
                </a:path>
              </a:pathLst>
            </a:custGeom>
            <a:solidFill>
              <a:srgbClr val="B29E84"/>
            </a:solidFill>
            <a:ln>
              <a:noFill/>
            </a:ln>
          </p:spPr>
        </p:sp>
        <p:sp>
          <p:nvSpPr>
            <p:cNvPr id="272" name="Google Shape;272;p8"/>
            <p:cNvSpPr txBox="1"/>
            <p:nvPr/>
          </p:nvSpPr>
          <p:spPr>
            <a:xfrm>
              <a:off x="0" y="-38100"/>
              <a:ext cx="371469" cy="2862621"/>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3" name="Google Shape;273;p8"/>
          <p:cNvGrpSpPr/>
          <p:nvPr/>
        </p:nvGrpSpPr>
        <p:grpSpPr>
          <a:xfrm>
            <a:off x="17103111" y="-210937"/>
            <a:ext cx="1258020" cy="1800321"/>
            <a:chOff x="0" y="-38100"/>
            <a:chExt cx="331330" cy="474159"/>
          </a:xfrm>
        </p:grpSpPr>
        <p:sp>
          <p:nvSpPr>
            <p:cNvPr id="274" name="Google Shape;274;p8"/>
            <p:cNvSpPr/>
            <p:nvPr/>
          </p:nvSpPr>
          <p:spPr>
            <a:xfrm>
              <a:off x="0" y="0"/>
              <a:ext cx="331330" cy="436059"/>
            </a:xfrm>
            <a:custGeom>
              <a:rect b="b" l="l" r="r" t="t"/>
              <a:pathLst>
                <a:path extrusionOk="0" h="436059" w="331330">
                  <a:moveTo>
                    <a:pt x="0" y="0"/>
                  </a:moveTo>
                  <a:lnTo>
                    <a:pt x="331330" y="0"/>
                  </a:lnTo>
                  <a:lnTo>
                    <a:pt x="331330" y="436059"/>
                  </a:lnTo>
                  <a:lnTo>
                    <a:pt x="0" y="436059"/>
                  </a:lnTo>
                  <a:close/>
                </a:path>
              </a:pathLst>
            </a:custGeom>
            <a:solidFill>
              <a:srgbClr val="253439"/>
            </a:solidFill>
            <a:ln>
              <a:noFill/>
            </a:ln>
          </p:spPr>
        </p:sp>
        <p:sp>
          <p:nvSpPr>
            <p:cNvPr id="275" name="Google Shape;275;p8"/>
            <p:cNvSpPr txBox="1"/>
            <p:nvPr/>
          </p:nvSpPr>
          <p:spPr>
            <a:xfrm>
              <a:off x="0" y="-38100"/>
              <a:ext cx="331330" cy="474159"/>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6" name="Google Shape;276;p8"/>
          <p:cNvGrpSpPr/>
          <p:nvPr/>
        </p:nvGrpSpPr>
        <p:grpSpPr>
          <a:xfrm>
            <a:off x="7937368" y="5498414"/>
            <a:ext cx="1565620" cy="594202"/>
            <a:chOff x="0" y="0"/>
            <a:chExt cx="2141589" cy="812800"/>
          </a:xfrm>
        </p:grpSpPr>
        <p:sp>
          <p:nvSpPr>
            <p:cNvPr id="277" name="Google Shape;277;p8"/>
            <p:cNvSpPr/>
            <p:nvPr/>
          </p:nvSpPr>
          <p:spPr>
            <a:xfrm>
              <a:off x="0" y="0"/>
              <a:ext cx="2141589" cy="812800"/>
            </a:xfrm>
            <a:custGeom>
              <a:rect b="b" l="l" r="r" t="t"/>
              <a:pathLst>
                <a:path extrusionOk="0" h="812800" w="2141589">
                  <a:moveTo>
                    <a:pt x="2141589" y="406400"/>
                  </a:moveTo>
                  <a:lnTo>
                    <a:pt x="1735189" y="0"/>
                  </a:lnTo>
                  <a:lnTo>
                    <a:pt x="1735189" y="203200"/>
                  </a:lnTo>
                  <a:lnTo>
                    <a:pt x="0" y="203200"/>
                  </a:lnTo>
                  <a:lnTo>
                    <a:pt x="0" y="609600"/>
                  </a:lnTo>
                  <a:lnTo>
                    <a:pt x="1735189" y="609600"/>
                  </a:lnTo>
                  <a:lnTo>
                    <a:pt x="1735189" y="812800"/>
                  </a:lnTo>
                  <a:lnTo>
                    <a:pt x="2141589" y="406400"/>
                  </a:lnTo>
                  <a:close/>
                </a:path>
              </a:pathLst>
            </a:custGeom>
            <a:solidFill>
              <a:srgbClr val="B29E84"/>
            </a:solidFill>
            <a:ln>
              <a:noFill/>
            </a:ln>
          </p:spPr>
        </p:sp>
        <p:sp>
          <p:nvSpPr>
            <p:cNvPr id="278" name="Google Shape;278;p8"/>
            <p:cNvSpPr txBox="1"/>
            <p:nvPr/>
          </p:nvSpPr>
          <p:spPr>
            <a:xfrm>
              <a:off x="0" y="165100"/>
              <a:ext cx="2039989" cy="444500"/>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9" name="Google Shape;279;p8"/>
          <p:cNvSpPr txBox="1"/>
          <p:nvPr/>
        </p:nvSpPr>
        <p:spPr>
          <a:xfrm>
            <a:off x="2993282" y="5323075"/>
            <a:ext cx="4032717" cy="4724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599" u="none" cap="none" strike="noStrike">
                <a:solidFill>
                  <a:srgbClr val="253439"/>
                </a:solidFill>
                <a:latin typeface="Lato"/>
                <a:ea typeface="Lato"/>
                <a:cs typeface="Lato"/>
                <a:sym typeface="Lato"/>
              </a:rPr>
              <a:t>Research</a:t>
            </a:r>
            <a:endParaRPr/>
          </a:p>
        </p:txBody>
      </p:sp>
      <p:sp>
        <p:nvSpPr>
          <p:cNvPr id="280" name="Google Shape;280;p8"/>
          <p:cNvSpPr txBox="1"/>
          <p:nvPr/>
        </p:nvSpPr>
        <p:spPr>
          <a:xfrm>
            <a:off x="10558161" y="5323075"/>
            <a:ext cx="4032717" cy="4724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599" u="none" cap="none" strike="noStrike">
                <a:solidFill>
                  <a:srgbClr val="253439"/>
                </a:solidFill>
                <a:latin typeface="Lato"/>
                <a:ea typeface="Lato"/>
                <a:cs typeface="Lato"/>
                <a:sym typeface="Lato"/>
              </a:rPr>
              <a:t>Action</a:t>
            </a:r>
            <a:endParaRPr/>
          </a:p>
        </p:txBody>
      </p:sp>
      <p:sp>
        <p:nvSpPr>
          <p:cNvPr id="281" name="Google Shape;281;p8"/>
          <p:cNvSpPr txBox="1"/>
          <p:nvPr/>
        </p:nvSpPr>
        <p:spPr>
          <a:xfrm>
            <a:off x="2993282" y="6164768"/>
            <a:ext cx="4032717" cy="210185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 Pellentesque lobortis commodo fermentum. </a:t>
            </a:r>
            <a:endParaRPr/>
          </a:p>
        </p:txBody>
      </p:sp>
      <p:sp>
        <p:nvSpPr>
          <p:cNvPr id="282" name="Google Shape;282;p8"/>
          <p:cNvSpPr txBox="1"/>
          <p:nvPr/>
        </p:nvSpPr>
        <p:spPr>
          <a:xfrm>
            <a:off x="10558161" y="6164768"/>
            <a:ext cx="4032717" cy="210185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 Pellentesque lobortis commodo fermentum. </a:t>
            </a:r>
            <a:endParaRPr/>
          </a:p>
        </p:txBody>
      </p:sp>
      <p:sp>
        <p:nvSpPr>
          <p:cNvPr id="283" name="Google Shape;283;p8"/>
          <p:cNvSpPr txBox="1"/>
          <p:nvPr/>
        </p:nvSpPr>
        <p:spPr>
          <a:xfrm>
            <a:off x="2465563" y="1645602"/>
            <a:ext cx="13356873" cy="1069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Methodology</a:t>
            </a:r>
            <a:endParaRPr/>
          </a:p>
        </p:txBody>
      </p:sp>
      <p:sp>
        <p:nvSpPr>
          <p:cNvPr id="284" name="Google Shape;284;p8"/>
          <p:cNvSpPr txBox="1"/>
          <p:nvPr/>
        </p:nvSpPr>
        <p:spPr>
          <a:xfrm>
            <a:off x="2993282" y="4235029"/>
            <a:ext cx="1444016" cy="49149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01</a:t>
            </a:r>
            <a:endParaRPr/>
          </a:p>
        </p:txBody>
      </p:sp>
      <p:sp>
        <p:nvSpPr>
          <p:cNvPr id="285" name="Google Shape;285;p8"/>
          <p:cNvSpPr txBox="1"/>
          <p:nvPr/>
        </p:nvSpPr>
        <p:spPr>
          <a:xfrm>
            <a:off x="10558161" y="4235029"/>
            <a:ext cx="1444016" cy="491490"/>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02</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289" name="Shape 289"/>
        <p:cNvGrpSpPr/>
        <p:nvPr/>
      </p:nvGrpSpPr>
      <p:grpSpPr>
        <a:xfrm>
          <a:off x="0" y="0"/>
          <a:ext cx="0" cy="0"/>
          <a:chOff x="0" y="0"/>
          <a:chExt cx="0" cy="0"/>
        </a:xfrm>
      </p:grpSpPr>
      <p:pic>
        <p:nvPicPr>
          <p:cNvPr id="290" name="Google Shape;290;p9"/>
          <p:cNvPicPr preferRelativeResize="0"/>
          <p:nvPr/>
        </p:nvPicPr>
        <p:blipFill rotWithShape="1">
          <a:blip r:embed="rId3">
            <a:alphaModFix/>
          </a:blip>
          <a:srcRect b="0" l="0" r="0" t="0"/>
          <a:stretch/>
        </p:blipFill>
        <p:spPr>
          <a:xfrm>
            <a:off x="710129" y="834879"/>
            <a:ext cx="9877902" cy="8911110"/>
          </a:xfrm>
          <a:prstGeom prst="rect">
            <a:avLst/>
          </a:prstGeom>
          <a:noFill/>
          <a:ln>
            <a:noFill/>
          </a:ln>
        </p:spPr>
      </p:pic>
      <p:sp>
        <p:nvSpPr>
          <p:cNvPr id="291" name="Google Shape;291;p9"/>
          <p:cNvSpPr txBox="1"/>
          <p:nvPr/>
        </p:nvSpPr>
        <p:spPr>
          <a:xfrm>
            <a:off x="10646583" y="6840952"/>
            <a:ext cx="6090065" cy="1397000"/>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Sed et erat non purus fermentum volutpat. Nulla accumsan dictum leo, quis aliquam nibh lobortis eu. Nam non faucibus leo. Vestibulum ante ipsum primis in faucibus orci luctus et ultrices posuere cubilia curae.</a:t>
            </a:r>
            <a:endParaRPr/>
          </a:p>
        </p:txBody>
      </p:sp>
      <p:sp>
        <p:nvSpPr>
          <p:cNvPr id="292" name="Google Shape;292;p9"/>
          <p:cNvSpPr txBox="1"/>
          <p:nvPr/>
        </p:nvSpPr>
        <p:spPr>
          <a:xfrm>
            <a:off x="10646583" y="2077790"/>
            <a:ext cx="6090065" cy="207962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Research Results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296" name="Shape 296"/>
        <p:cNvGrpSpPr/>
        <p:nvPr/>
      </p:nvGrpSpPr>
      <p:grpSpPr>
        <a:xfrm>
          <a:off x="0" y="0"/>
          <a:ext cx="0" cy="0"/>
          <a:chOff x="0" y="0"/>
          <a:chExt cx="0" cy="0"/>
        </a:xfrm>
      </p:grpSpPr>
      <p:sp>
        <p:nvSpPr>
          <p:cNvPr id="297" name="Google Shape;297;p10"/>
          <p:cNvSpPr txBox="1"/>
          <p:nvPr/>
        </p:nvSpPr>
        <p:spPr>
          <a:xfrm rot="-5400000">
            <a:off x="-1321028" y="4719320"/>
            <a:ext cx="8229600" cy="8483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6399" u="none" cap="none" strike="noStrike">
                <a:solidFill>
                  <a:srgbClr val="253439"/>
                </a:solidFill>
                <a:latin typeface="Lato"/>
                <a:ea typeface="Lato"/>
                <a:cs typeface="Lato"/>
                <a:sym typeface="Lato"/>
              </a:rPr>
              <a:t>Recommendations</a:t>
            </a:r>
            <a:endParaRPr/>
          </a:p>
        </p:txBody>
      </p:sp>
      <p:sp>
        <p:nvSpPr>
          <p:cNvPr id="298" name="Google Shape;298;p10"/>
          <p:cNvSpPr/>
          <p:nvPr/>
        </p:nvSpPr>
        <p:spPr>
          <a:xfrm>
            <a:off x="6185761" y="1934433"/>
            <a:ext cx="3647607" cy="1732956"/>
          </a:xfrm>
          <a:custGeom>
            <a:rect b="b" l="l" r="r" t="t"/>
            <a:pathLst>
              <a:path extrusionOk="0" h="268480" w="565110">
                <a:moveTo>
                  <a:pt x="0" y="0"/>
                </a:moveTo>
                <a:lnTo>
                  <a:pt x="565110" y="0"/>
                </a:lnTo>
                <a:lnTo>
                  <a:pt x="565110" y="268480"/>
                </a:lnTo>
                <a:lnTo>
                  <a:pt x="0" y="268480"/>
                </a:lnTo>
                <a:close/>
              </a:path>
            </a:pathLst>
          </a:custGeom>
          <a:blipFill rotWithShape="1">
            <a:blip r:embed="rId3">
              <a:alphaModFix/>
            </a:blip>
            <a:stretch>
              <a:fillRect b="-107719" l="0" r="0" t="-107719"/>
            </a:stretch>
          </a:blipFill>
          <a:ln>
            <a:noFill/>
          </a:ln>
        </p:spPr>
      </p:sp>
      <p:sp>
        <p:nvSpPr>
          <p:cNvPr id="299" name="Google Shape;299;p10"/>
          <p:cNvSpPr/>
          <p:nvPr/>
        </p:nvSpPr>
        <p:spPr>
          <a:xfrm>
            <a:off x="6185761" y="4557693"/>
            <a:ext cx="3647607" cy="1732956"/>
          </a:xfrm>
          <a:custGeom>
            <a:rect b="b" l="l" r="r" t="t"/>
            <a:pathLst>
              <a:path extrusionOk="0" h="268480" w="565110">
                <a:moveTo>
                  <a:pt x="0" y="0"/>
                </a:moveTo>
                <a:lnTo>
                  <a:pt x="565110" y="0"/>
                </a:lnTo>
                <a:lnTo>
                  <a:pt x="565110" y="268480"/>
                </a:lnTo>
                <a:lnTo>
                  <a:pt x="0" y="268480"/>
                </a:lnTo>
                <a:close/>
              </a:path>
            </a:pathLst>
          </a:custGeom>
          <a:blipFill rotWithShape="1">
            <a:blip r:embed="rId4">
              <a:alphaModFix/>
            </a:blip>
            <a:stretch>
              <a:fillRect b="-9198" l="0" r="0" t="-9198"/>
            </a:stretch>
          </a:blipFill>
          <a:ln>
            <a:noFill/>
          </a:ln>
        </p:spPr>
      </p:sp>
      <p:sp>
        <p:nvSpPr>
          <p:cNvPr id="300" name="Google Shape;300;p10"/>
          <p:cNvSpPr/>
          <p:nvPr/>
        </p:nvSpPr>
        <p:spPr>
          <a:xfrm>
            <a:off x="6185761" y="7176474"/>
            <a:ext cx="3647607" cy="1732956"/>
          </a:xfrm>
          <a:custGeom>
            <a:rect b="b" l="l" r="r" t="t"/>
            <a:pathLst>
              <a:path extrusionOk="0" h="268480" w="565110">
                <a:moveTo>
                  <a:pt x="0" y="0"/>
                </a:moveTo>
                <a:lnTo>
                  <a:pt x="565110" y="0"/>
                </a:lnTo>
                <a:lnTo>
                  <a:pt x="565110" y="268480"/>
                </a:lnTo>
                <a:lnTo>
                  <a:pt x="0" y="268480"/>
                </a:lnTo>
                <a:close/>
              </a:path>
            </a:pathLst>
          </a:custGeom>
          <a:blipFill rotWithShape="1">
            <a:blip r:embed="rId5">
              <a:alphaModFix/>
            </a:blip>
            <a:stretch>
              <a:fillRect b="-16302" l="0" r="0" t="-16302"/>
            </a:stretch>
          </a:blipFill>
          <a:ln>
            <a:noFill/>
          </a:ln>
        </p:spPr>
      </p:sp>
      <p:sp>
        <p:nvSpPr>
          <p:cNvPr id="301" name="Google Shape;301;p10"/>
          <p:cNvSpPr txBox="1"/>
          <p:nvPr/>
        </p:nvSpPr>
        <p:spPr>
          <a:xfrm>
            <a:off x="3979951" y="1991583"/>
            <a:ext cx="1444016"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01</a:t>
            </a:r>
            <a:endParaRPr/>
          </a:p>
        </p:txBody>
      </p:sp>
      <p:sp>
        <p:nvSpPr>
          <p:cNvPr id="302" name="Google Shape;302;p10"/>
          <p:cNvSpPr txBox="1"/>
          <p:nvPr/>
        </p:nvSpPr>
        <p:spPr>
          <a:xfrm>
            <a:off x="10367025" y="1896333"/>
            <a:ext cx="5675209" cy="1397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a:t>
            </a:r>
            <a:endParaRPr/>
          </a:p>
        </p:txBody>
      </p:sp>
      <p:sp>
        <p:nvSpPr>
          <p:cNvPr id="303" name="Google Shape;303;p10"/>
          <p:cNvSpPr txBox="1"/>
          <p:nvPr/>
        </p:nvSpPr>
        <p:spPr>
          <a:xfrm>
            <a:off x="3979951" y="7238103"/>
            <a:ext cx="1444016"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03</a:t>
            </a:r>
            <a:endParaRPr/>
          </a:p>
        </p:txBody>
      </p:sp>
      <p:sp>
        <p:nvSpPr>
          <p:cNvPr id="304" name="Google Shape;304;p10"/>
          <p:cNvSpPr txBox="1"/>
          <p:nvPr/>
        </p:nvSpPr>
        <p:spPr>
          <a:xfrm>
            <a:off x="10367025" y="7142853"/>
            <a:ext cx="5675209" cy="1397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a:t>
            </a:r>
            <a:endParaRPr/>
          </a:p>
        </p:txBody>
      </p:sp>
      <p:sp>
        <p:nvSpPr>
          <p:cNvPr id="305" name="Google Shape;305;p10"/>
          <p:cNvSpPr txBox="1"/>
          <p:nvPr/>
        </p:nvSpPr>
        <p:spPr>
          <a:xfrm>
            <a:off x="3979951" y="4745653"/>
            <a:ext cx="1444016"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02</a:t>
            </a:r>
            <a:endParaRPr/>
          </a:p>
        </p:txBody>
      </p:sp>
      <p:sp>
        <p:nvSpPr>
          <p:cNvPr id="306" name="Google Shape;306;p10"/>
          <p:cNvSpPr txBox="1"/>
          <p:nvPr/>
        </p:nvSpPr>
        <p:spPr>
          <a:xfrm>
            <a:off x="10367025" y="4519593"/>
            <a:ext cx="5675209" cy="1397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 lectus metus faucibus mi, vitae cursus quam ipsum at augue.</a:t>
            </a:r>
            <a:endParaRPr/>
          </a:p>
        </p:txBody>
      </p:sp>
      <p:grpSp>
        <p:nvGrpSpPr>
          <p:cNvPr id="307" name="Google Shape;307;p10"/>
          <p:cNvGrpSpPr/>
          <p:nvPr/>
        </p:nvGrpSpPr>
        <p:grpSpPr>
          <a:xfrm>
            <a:off x="-381720" y="-363337"/>
            <a:ext cx="1410420" cy="10869012"/>
            <a:chOff x="0" y="-38100"/>
            <a:chExt cx="371469" cy="2862621"/>
          </a:xfrm>
        </p:grpSpPr>
        <p:sp>
          <p:nvSpPr>
            <p:cNvPr id="308" name="Google Shape;308;p10"/>
            <p:cNvSpPr/>
            <p:nvPr/>
          </p:nvSpPr>
          <p:spPr>
            <a:xfrm>
              <a:off x="0" y="0"/>
              <a:ext cx="371469" cy="2824520"/>
            </a:xfrm>
            <a:custGeom>
              <a:rect b="b" l="l" r="r" t="t"/>
              <a:pathLst>
                <a:path extrusionOk="0" h="2824520" w="371469">
                  <a:moveTo>
                    <a:pt x="0" y="0"/>
                  </a:moveTo>
                  <a:lnTo>
                    <a:pt x="371469" y="0"/>
                  </a:lnTo>
                  <a:lnTo>
                    <a:pt x="371469" y="2824520"/>
                  </a:lnTo>
                  <a:lnTo>
                    <a:pt x="0" y="2824520"/>
                  </a:lnTo>
                  <a:close/>
                </a:path>
              </a:pathLst>
            </a:custGeom>
            <a:solidFill>
              <a:srgbClr val="7C898B"/>
            </a:solidFill>
            <a:ln>
              <a:noFill/>
            </a:ln>
          </p:spPr>
        </p:sp>
        <p:sp>
          <p:nvSpPr>
            <p:cNvPr id="309" name="Google Shape;309;p10"/>
            <p:cNvSpPr txBox="1"/>
            <p:nvPr/>
          </p:nvSpPr>
          <p:spPr>
            <a:xfrm>
              <a:off x="0" y="-38100"/>
              <a:ext cx="371469" cy="2862621"/>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0" name="Google Shape;310;p10"/>
          <p:cNvGrpSpPr/>
          <p:nvPr/>
        </p:nvGrpSpPr>
        <p:grpSpPr>
          <a:xfrm>
            <a:off x="-229320" y="-210937"/>
            <a:ext cx="1258020" cy="1800321"/>
            <a:chOff x="0" y="-38100"/>
            <a:chExt cx="331330" cy="474159"/>
          </a:xfrm>
        </p:grpSpPr>
        <p:sp>
          <p:nvSpPr>
            <p:cNvPr id="311" name="Google Shape;311;p10"/>
            <p:cNvSpPr/>
            <p:nvPr/>
          </p:nvSpPr>
          <p:spPr>
            <a:xfrm>
              <a:off x="0" y="0"/>
              <a:ext cx="331330" cy="436059"/>
            </a:xfrm>
            <a:custGeom>
              <a:rect b="b" l="l" r="r" t="t"/>
              <a:pathLst>
                <a:path extrusionOk="0" h="436059" w="331330">
                  <a:moveTo>
                    <a:pt x="0" y="0"/>
                  </a:moveTo>
                  <a:lnTo>
                    <a:pt x="331330" y="0"/>
                  </a:lnTo>
                  <a:lnTo>
                    <a:pt x="331330" y="436059"/>
                  </a:lnTo>
                  <a:lnTo>
                    <a:pt x="0" y="436059"/>
                  </a:lnTo>
                  <a:close/>
                </a:path>
              </a:pathLst>
            </a:custGeom>
            <a:solidFill>
              <a:srgbClr val="253439"/>
            </a:solidFill>
            <a:ln>
              <a:noFill/>
            </a:ln>
          </p:spPr>
        </p:sp>
        <p:sp>
          <p:nvSpPr>
            <p:cNvPr id="312" name="Google Shape;312;p10"/>
            <p:cNvSpPr txBox="1"/>
            <p:nvPr/>
          </p:nvSpPr>
          <p:spPr>
            <a:xfrm>
              <a:off x="0" y="-38100"/>
              <a:ext cx="331330" cy="474159"/>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F1"/>
        </a:solidFill>
      </p:bgPr>
    </p:bg>
    <p:spTree>
      <p:nvGrpSpPr>
        <p:cNvPr id="316" name="Shape 316"/>
        <p:cNvGrpSpPr/>
        <p:nvPr/>
      </p:nvGrpSpPr>
      <p:grpSpPr>
        <a:xfrm>
          <a:off x="0" y="0"/>
          <a:ext cx="0" cy="0"/>
          <a:chOff x="0" y="0"/>
          <a:chExt cx="0" cy="0"/>
        </a:xfrm>
      </p:grpSpPr>
      <p:sp>
        <p:nvSpPr>
          <p:cNvPr id="317" name="Google Shape;317;p11"/>
          <p:cNvSpPr txBox="1"/>
          <p:nvPr/>
        </p:nvSpPr>
        <p:spPr>
          <a:xfrm>
            <a:off x="10646583" y="4401998"/>
            <a:ext cx="6090065" cy="1069976"/>
          </a:xfrm>
          <a:prstGeom prst="rect">
            <a:avLst/>
          </a:prstGeom>
          <a:noFill/>
          <a:ln>
            <a:noFill/>
          </a:ln>
        </p:spPr>
        <p:txBody>
          <a:bodyPr anchorCtr="0" anchor="t" bIns="0" lIns="0" spcFirstLastPara="1" rIns="0" wrap="square" tIns="0">
            <a:spAutoFit/>
          </a:bodyPr>
          <a:lstStyle/>
          <a:p>
            <a:pPr indent="0" lvl="0" marL="0" marR="0" rtl="0" algn="just">
              <a:lnSpc>
                <a:spcPct val="100000"/>
              </a:lnSpc>
              <a:spcBef>
                <a:spcPts val="0"/>
              </a:spcBef>
              <a:spcAft>
                <a:spcPts val="0"/>
              </a:spcAft>
              <a:buNone/>
            </a:pPr>
            <a:r>
              <a:rPr b="0" i="0" lang="en-US" sz="8000" u="none" cap="none" strike="noStrike">
                <a:solidFill>
                  <a:srgbClr val="253439"/>
                </a:solidFill>
                <a:latin typeface="Lato"/>
                <a:ea typeface="Lato"/>
                <a:cs typeface="Lato"/>
                <a:sym typeface="Lato"/>
              </a:rPr>
              <a:t>Conclusion</a:t>
            </a:r>
            <a:endParaRPr/>
          </a:p>
        </p:txBody>
      </p:sp>
      <p:sp>
        <p:nvSpPr>
          <p:cNvPr id="318" name="Google Shape;318;p11"/>
          <p:cNvSpPr/>
          <p:nvPr/>
        </p:nvSpPr>
        <p:spPr>
          <a:xfrm>
            <a:off x="2592668" y="1934433"/>
            <a:ext cx="1897809" cy="1732956"/>
          </a:xfrm>
          <a:custGeom>
            <a:rect b="b" l="l" r="r" t="t"/>
            <a:pathLst>
              <a:path extrusionOk="0" h="268480" w="294020">
                <a:moveTo>
                  <a:pt x="0" y="0"/>
                </a:moveTo>
                <a:lnTo>
                  <a:pt x="294020" y="0"/>
                </a:lnTo>
                <a:lnTo>
                  <a:pt x="294020" y="268480"/>
                </a:lnTo>
                <a:lnTo>
                  <a:pt x="0" y="268480"/>
                </a:lnTo>
                <a:close/>
              </a:path>
            </a:pathLst>
          </a:custGeom>
          <a:blipFill rotWithShape="1">
            <a:blip r:embed="rId3">
              <a:alphaModFix/>
            </a:blip>
            <a:stretch>
              <a:fillRect b="-32059" l="0" r="0" t="-32059"/>
            </a:stretch>
          </a:blipFill>
          <a:ln>
            <a:noFill/>
          </a:ln>
        </p:spPr>
      </p:sp>
      <p:sp>
        <p:nvSpPr>
          <p:cNvPr id="319" name="Google Shape;319;p11"/>
          <p:cNvSpPr/>
          <p:nvPr/>
        </p:nvSpPr>
        <p:spPr>
          <a:xfrm>
            <a:off x="2592668" y="4557693"/>
            <a:ext cx="1897809" cy="1732956"/>
          </a:xfrm>
          <a:custGeom>
            <a:rect b="b" l="l" r="r" t="t"/>
            <a:pathLst>
              <a:path extrusionOk="0" h="268480" w="294020">
                <a:moveTo>
                  <a:pt x="0" y="0"/>
                </a:moveTo>
                <a:lnTo>
                  <a:pt x="294020" y="0"/>
                </a:lnTo>
                <a:lnTo>
                  <a:pt x="294020" y="268480"/>
                </a:lnTo>
                <a:lnTo>
                  <a:pt x="0" y="268480"/>
                </a:lnTo>
                <a:close/>
              </a:path>
            </a:pathLst>
          </a:custGeom>
          <a:blipFill rotWithShape="1">
            <a:blip r:embed="rId4">
              <a:alphaModFix/>
            </a:blip>
            <a:stretch>
              <a:fillRect b="0" l="-31166" r="-31166" t="0"/>
            </a:stretch>
          </a:blipFill>
          <a:ln>
            <a:noFill/>
          </a:ln>
        </p:spPr>
      </p:sp>
      <p:sp>
        <p:nvSpPr>
          <p:cNvPr id="320" name="Google Shape;320;p11"/>
          <p:cNvSpPr/>
          <p:nvPr/>
        </p:nvSpPr>
        <p:spPr>
          <a:xfrm>
            <a:off x="2592668" y="7176474"/>
            <a:ext cx="1897809" cy="1732956"/>
          </a:xfrm>
          <a:custGeom>
            <a:rect b="b" l="l" r="r" t="t"/>
            <a:pathLst>
              <a:path extrusionOk="0" h="268480" w="294020">
                <a:moveTo>
                  <a:pt x="0" y="0"/>
                </a:moveTo>
                <a:lnTo>
                  <a:pt x="294020" y="0"/>
                </a:lnTo>
                <a:lnTo>
                  <a:pt x="294020" y="268480"/>
                </a:lnTo>
                <a:lnTo>
                  <a:pt x="0" y="268480"/>
                </a:lnTo>
                <a:close/>
              </a:path>
            </a:pathLst>
          </a:custGeom>
          <a:blipFill rotWithShape="1">
            <a:blip r:embed="rId5">
              <a:alphaModFix/>
            </a:blip>
            <a:stretch>
              <a:fillRect b="0" l="-22470" r="-22470" t="0"/>
            </a:stretch>
          </a:blipFill>
          <a:ln>
            <a:noFill/>
          </a:ln>
        </p:spPr>
      </p:sp>
      <p:sp>
        <p:nvSpPr>
          <p:cNvPr id="321" name="Google Shape;321;p11"/>
          <p:cNvSpPr txBox="1"/>
          <p:nvPr/>
        </p:nvSpPr>
        <p:spPr>
          <a:xfrm>
            <a:off x="1028700" y="1991583"/>
            <a:ext cx="1023839"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01</a:t>
            </a:r>
            <a:endParaRPr/>
          </a:p>
        </p:txBody>
      </p:sp>
      <p:sp>
        <p:nvSpPr>
          <p:cNvPr id="322" name="Google Shape;322;p11"/>
          <p:cNvSpPr txBox="1"/>
          <p:nvPr/>
        </p:nvSpPr>
        <p:spPr>
          <a:xfrm>
            <a:off x="4859666" y="1896333"/>
            <a:ext cx="4590658" cy="104457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a:t>
            </a:r>
            <a:endParaRPr/>
          </a:p>
        </p:txBody>
      </p:sp>
      <p:sp>
        <p:nvSpPr>
          <p:cNvPr id="323" name="Google Shape;323;p11"/>
          <p:cNvSpPr txBox="1"/>
          <p:nvPr/>
        </p:nvSpPr>
        <p:spPr>
          <a:xfrm>
            <a:off x="1028700" y="7238103"/>
            <a:ext cx="1023839"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03</a:t>
            </a:r>
            <a:endParaRPr/>
          </a:p>
        </p:txBody>
      </p:sp>
      <p:sp>
        <p:nvSpPr>
          <p:cNvPr id="324" name="Google Shape;324;p11"/>
          <p:cNvSpPr txBox="1"/>
          <p:nvPr/>
        </p:nvSpPr>
        <p:spPr>
          <a:xfrm>
            <a:off x="4859666" y="7142853"/>
            <a:ext cx="4590658" cy="104457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a:t>
            </a:r>
            <a:endParaRPr/>
          </a:p>
        </p:txBody>
      </p:sp>
      <p:sp>
        <p:nvSpPr>
          <p:cNvPr id="325" name="Google Shape;325;p11"/>
          <p:cNvSpPr txBox="1"/>
          <p:nvPr/>
        </p:nvSpPr>
        <p:spPr>
          <a:xfrm>
            <a:off x="1028700" y="4745653"/>
            <a:ext cx="1023839" cy="49149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None/>
            </a:pPr>
            <a:r>
              <a:rPr b="0" i="0" lang="en-US" sz="3600" u="none" cap="none" strike="noStrike">
                <a:solidFill>
                  <a:srgbClr val="7C898B"/>
                </a:solidFill>
                <a:latin typeface="Lato"/>
                <a:ea typeface="Lato"/>
                <a:cs typeface="Lato"/>
                <a:sym typeface="Lato"/>
              </a:rPr>
              <a:t>02</a:t>
            </a:r>
            <a:endParaRPr/>
          </a:p>
        </p:txBody>
      </p:sp>
      <p:sp>
        <p:nvSpPr>
          <p:cNvPr id="326" name="Google Shape;326;p11"/>
          <p:cNvSpPr txBox="1"/>
          <p:nvPr/>
        </p:nvSpPr>
        <p:spPr>
          <a:xfrm>
            <a:off x="4859666" y="4519593"/>
            <a:ext cx="4590658" cy="1044575"/>
          </a:xfrm>
          <a:prstGeom prst="rect">
            <a:avLst/>
          </a:prstGeom>
          <a:noFill/>
          <a:ln>
            <a:noFill/>
          </a:ln>
        </p:spPr>
        <p:txBody>
          <a:bodyPr anchorCtr="0" anchor="t" bIns="0" lIns="0" spcFirstLastPara="1" rIns="0" wrap="square" tIns="0">
            <a:spAutoFit/>
          </a:bodyPr>
          <a:lstStyle/>
          <a:p>
            <a:pPr indent="0" lvl="0" marL="0" marR="0" rtl="0" algn="l">
              <a:lnSpc>
                <a:spcPct val="140020"/>
              </a:lnSpc>
              <a:spcBef>
                <a:spcPts val="0"/>
              </a:spcBef>
              <a:spcAft>
                <a:spcPts val="0"/>
              </a:spcAft>
              <a:buNone/>
            </a:pPr>
            <a:r>
              <a:rPr b="0" i="0" lang="en-US" sz="1999" u="none" cap="none" strike="noStrike">
                <a:solidFill>
                  <a:srgbClr val="1C191A"/>
                </a:solidFill>
                <a:latin typeface="Lato"/>
                <a:ea typeface="Lato"/>
                <a:cs typeface="Lato"/>
                <a:sym typeface="Lato"/>
              </a:rPr>
              <a:t>Lorem ipsum dolor sit amet, consectetur adipiscing elit. Integer aliquam, odio in cursus lobortis</a:t>
            </a:r>
            <a:endParaRPr/>
          </a:p>
        </p:txBody>
      </p:sp>
      <p:grpSp>
        <p:nvGrpSpPr>
          <p:cNvPr id="327" name="Google Shape;327;p11"/>
          <p:cNvGrpSpPr/>
          <p:nvPr/>
        </p:nvGrpSpPr>
        <p:grpSpPr>
          <a:xfrm rot="-5400000">
            <a:off x="13162971" y="2975810"/>
            <a:ext cx="225880" cy="5547977"/>
            <a:chOff x="0" y="-192881"/>
            <a:chExt cx="301173" cy="7397303"/>
          </a:xfrm>
        </p:grpSpPr>
        <p:grpSp>
          <p:nvGrpSpPr>
            <p:cNvPr id="328" name="Google Shape;328;p11"/>
            <p:cNvGrpSpPr/>
            <p:nvPr/>
          </p:nvGrpSpPr>
          <p:grpSpPr>
            <a:xfrm>
              <a:off x="0" y="-192881"/>
              <a:ext cx="301173" cy="7397303"/>
              <a:chOff x="0" y="-38100"/>
              <a:chExt cx="59491" cy="1461196"/>
            </a:xfrm>
          </p:grpSpPr>
          <p:sp>
            <p:nvSpPr>
              <p:cNvPr id="329" name="Google Shape;329;p11"/>
              <p:cNvSpPr/>
              <p:nvPr/>
            </p:nvSpPr>
            <p:spPr>
              <a:xfrm>
                <a:off x="0" y="0"/>
                <a:ext cx="59491" cy="1423096"/>
              </a:xfrm>
              <a:custGeom>
                <a:rect b="b" l="l" r="r" t="t"/>
                <a:pathLst>
                  <a:path extrusionOk="0" h="1423096" w="59491">
                    <a:moveTo>
                      <a:pt x="0" y="0"/>
                    </a:moveTo>
                    <a:lnTo>
                      <a:pt x="59491" y="0"/>
                    </a:lnTo>
                    <a:lnTo>
                      <a:pt x="59491" y="1423096"/>
                    </a:lnTo>
                    <a:lnTo>
                      <a:pt x="0" y="1423096"/>
                    </a:lnTo>
                    <a:close/>
                  </a:path>
                </a:pathLst>
              </a:custGeom>
              <a:solidFill>
                <a:srgbClr val="7C898B"/>
              </a:solidFill>
              <a:ln>
                <a:noFill/>
              </a:ln>
            </p:spPr>
          </p:sp>
          <p:sp>
            <p:nvSpPr>
              <p:cNvPr id="330" name="Google Shape;330;p11"/>
              <p:cNvSpPr txBox="1"/>
              <p:nvPr/>
            </p:nvSpPr>
            <p:spPr>
              <a:xfrm>
                <a:off x="0" y="-38100"/>
                <a:ext cx="59491" cy="146119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11"/>
            <p:cNvGrpSpPr/>
            <p:nvPr/>
          </p:nvGrpSpPr>
          <p:grpSpPr>
            <a:xfrm>
              <a:off x="0" y="-192881"/>
              <a:ext cx="301173" cy="2023359"/>
              <a:chOff x="0" y="-38100"/>
              <a:chExt cx="59491" cy="399676"/>
            </a:xfrm>
          </p:grpSpPr>
          <p:sp>
            <p:nvSpPr>
              <p:cNvPr id="332" name="Google Shape;332;p11"/>
              <p:cNvSpPr/>
              <p:nvPr/>
            </p:nvSpPr>
            <p:spPr>
              <a:xfrm>
                <a:off x="0" y="0"/>
                <a:ext cx="59491" cy="361576"/>
              </a:xfrm>
              <a:custGeom>
                <a:rect b="b" l="l" r="r" t="t"/>
                <a:pathLst>
                  <a:path extrusionOk="0" h="361576" w="59491">
                    <a:moveTo>
                      <a:pt x="0" y="0"/>
                    </a:moveTo>
                    <a:lnTo>
                      <a:pt x="59491" y="0"/>
                    </a:lnTo>
                    <a:lnTo>
                      <a:pt x="59491" y="361576"/>
                    </a:lnTo>
                    <a:lnTo>
                      <a:pt x="0" y="361576"/>
                    </a:lnTo>
                    <a:close/>
                  </a:path>
                </a:pathLst>
              </a:custGeom>
              <a:solidFill>
                <a:srgbClr val="253439"/>
              </a:solidFill>
              <a:ln>
                <a:noFill/>
              </a:ln>
            </p:spPr>
          </p:sp>
          <p:sp>
            <p:nvSpPr>
              <p:cNvPr id="333" name="Google Shape;333;p11"/>
              <p:cNvSpPr txBox="1"/>
              <p:nvPr/>
            </p:nvSpPr>
            <p:spPr>
              <a:xfrm>
                <a:off x="0" y="-38100"/>
                <a:ext cx="59491" cy="39967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4" name="Google Shape;334;p11"/>
            <p:cNvGrpSpPr/>
            <p:nvPr/>
          </p:nvGrpSpPr>
          <p:grpSpPr>
            <a:xfrm>
              <a:off x="0" y="1635316"/>
              <a:ext cx="301173" cy="988015"/>
              <a:chOff x="0" y="-38100"/>
              <a:chExt cx="59491" cy="195164"/>
            </a:xfrm>
          </p:grpSpPr>
          <p:sp>
            <p:nvSpPr>
              <p:cNvPr id="335" name="Google Shape;335;p11"/>
              <p:cNvSpPr/>
              <p:nvPr/>
            </p:nvSpPr>
            <p:spPr>
              <a:xfrm>
                <a:off x="0" y="0"/>
                <a:ext cx="59491" cy="157064"/>
              </a:xfrm>
              <a:custGeom>
                <a:rect b="b" l="l" r="r" t="t"/>
                <a:pathLst>
                  <a:path extrusionOk="0" h="157064" w="59491">
                    <a:moveTo>
                      <a:pt x="0" y="0"/>
                    </a:moveTo>
                    <a:lnTo>
                      <a:pt x="59491" y="0"/>
                    </a:lnTo>
                    <a:lnTo>
                      <a:pt x="59491" y="157064"/>
                    </a:lnTo>
                    <a:lnTo>
                      <a:pt x="0" y="157064"/>
                    </a:lnTo>
                    <a:close/>
                  </a:path>
                </a:pathLst>
              </a:custGeom>
              <a:solidFill>
                <a:srgbClr val="B29E84"/>
              </a:solidFill>
              <a:ln>
                <a:noFill/>
              </a:ln>
            </p:spPr>
          </p:sp>
          <p:sp>
            <p:nvSpPr>
              <p:cNvPr id="336" name="Google Shape;336;p11"/>
              <p:cNvSpPr txBox="1"/>
              <p:nvPr/>
            </p:nvSpPr>
            <p:spPr>
              <a:xfrm>
                <a:off x="0" y="-38100"/>
                <a:ext cx="59491" cy="19516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53439"/>
        </a:solidFill>
      </p:bgPr>
    </p:bg>
    <p:spTree>
      <p:nvGrpSpPr>
        <p:cNvPr id="340" name="Shape 340"/>
        <p:cNvGrpSpPr/>
        <p:nvPr/>
      </p:nvGrpSpPr>
      <p:grpSpPr>
        <a:xfrm>
          <a:off x="0" y="0"/>
          <a:ext cx="0" cy="0"/>
          <a:chOff x="0" y="0"/>
          <a:chExt cx="0" cy="0"/>
        </a:xfrm>
      </p:grpSpPr>
      <p:sp>
        <p:nvSpPr>
          <p:cNvPr id="341" name="Google Shape;341;p12"/>
          <p:cNvSpPr txBox="1"/>
          <p:nvPr/>
        </p:nvSpPr>
        <p:spPr>
          <a:xfrm>
            <a:off x="4915458" y="2917393"/>
            <a:ext cx="8457083" cy="375666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14400" u="none" cap="none" strike="noStrike">
                <a:solidFill>
                  <a:srgbClr val="F6F4F1"/>
                </a:solidFill>
                <a:latin typeface="Lato"/>
                <a:ea typeface="Lato"/>
                <a:cs typeface="Lato"/>
                <a:sym typeface="Lato"/>
              </a:rPr>
              <a:t>Thank You</a:t>
            </a:r>
            <a:endParaRPr/>
          </a:p>
        </p:txBody>
      </p:sp>
      <p:sp>
        <p:nvSpPr>
          <p:cNvPr id="342" name="Google Shape;342;p12"/>
          <p:cNvSpPr txBox="1"/>
          <p:nvPr/>
        </p:nvSpPr>
        <p:spPr>
          <a:xfrm>
            <a:off x="1028700" y="8362929"/>
            <a:ext cx="8457083" cy="407035"/>
          </a:xfrm>
          <a:prstGeom prst="rect">
            <a:avLst/>
          </a:prstGeom>
          <a:noFill/>
          <a:ln>
            <a:noFill/>
          </a:ln>
        </p:spPr>
        <p:txBody>
          <a:bodyPr anchorCtr="0" anchor="t" bIns="0" lIns="0" spcFirstLastPara="1" rIns="0" wrap="square" tIns="0">
            <a:spAutoFit/>
          </a:bodyPr>
          <a:lstStyle/>
          <a:p>
            <a:pPr indent="0" lvl="0" marL="0" marR="0" rtl="0" algn="l">
              <a:lnSpc>
                <a:spcPct val="110003"/>
              </a:lnSpc>
              <a:spcBef>
                <a:spcPts val="0"/>
              </a:spcBef>
              <a:spcAft>
                <a:spcPts val="0"/>
              </a:spcAft>
              <a:buNone/>
            </a:pPr>
            <a:r>
              <a:rPr b="0" i="0" lang="en-US" sz="2799" u="none" cap="none" strike="noStrike">
                <a:solidFill>
                  <a:srgbClr val="F6F4F1"/>
                </a:solidFill>
                <a:latin typeface="Lato"/>
                <a:ea typeface="Lato"/>
                <a:cs typeface="Lato"/>
                <a:sym typeface="Lato"/>
              </a:rPr>
              <a:t>Written by Samira hadid</a:t>
            </a:r>
            <a:endParaRPr/>
          </a:p>
        </p:txBody>
      </p:sp>
      <p:sp>
        <p:nvSpPr>
          <p:cNvPr id="343" name="Google Shape;343;p12"/>
          <p:cNvSpPr txBox="1"/>
          <p:nvPr/>
        </p:nvSpPr>
        <p:spPr>
          <a:xfrm>
            <a:off x="1904838" y="958067"/>
            <a:ext cx="1599084" cy="613029"/>
          </a:xfrm>
          <a:prstGeom prst="rect">
            <a:avLst/>
          </a:prstGeom>
          <a:noFill/>
          <a:ln>
            <a:noFill/>
          </a:ln>
        </p:spPr>
        <p:txBody>
          <a:bodyPr anchorCtr="0" anchor="t" bIns="0" lIns="0" spcFirstLastPara="1" rIns="0" wrap="square" tIns="0">
            <a:spAutoFit/>
          </a:bodyPr>
          <a:lstStyle/>
          <a:p>
            <a:pPr indent="0" lvl="0" marL="0" marR="0" rtl="0" algn="l">
              <a:lnSpc>
                <a:spcPct val="97000"/>
              </a:lnSpc>
              <a:spcBef>
                <a:spcPts val="0"/>
              </a:spcBef>
              <a:spcAft>
                <a:spcPts val="0"/>
              </a:spcAft>
              <a:buNone/>
            </a:pPr>
            <a:r>
              <a:rPr b="1" i="0" lang="en-US" sz="2400" u="none" cap="none" strike="noStrike">
                <a:solidFill>
                  <a:srgbClr val="F6F4F1"/>
                </a:solidFill>
                <a:latin typeface="Lato"/>
                <a:ea typeface="Lato"/>
                <a:cs typeface="Lato"/>
                <a:sym typeface="Lato"/>
              </a:rPr>
              <a:t>Borcelle University</a:t>
            </a:r>
            <a:endParaRPr/>
          </a:p>
        </p:txBody>
      </p:sp>
      <p:sp>
        <p:nvSpPr>
          <p:cNvPr id="344" name="Google Shape;344;p12"/>
          <p:cNvSpPr txBox="1"/>
          <p:nvPr/>
        </p:nvSpPr>
        <p:spPr>
          <a:xfrm>
            <a:off x="8802217" y="8871585"/>
            <a:ext cx="8457083" cy="344805"/>
          </a:xfrm>
          <a:prstGeom prst="rect">
            <a:avLst/>
          </a:prstGeom>
          <a:noFill/>
          <a:ln>
            <a:noFill/>
          </a:ln>
        </p:spPr>
        <p:txBody>
          <a:bodyPr anchorCtr="0" anchor="t" bIns="0" lIns="0" spcFirstLastPara="1" rIns="0" wrap="square" tIns="0">
            <a:spAutoFit/>
          </a:bodyPr>
          <a:lstStyle/>
          <a:p>
            <a:pPr indent="0" lvl="0" marL="0" marR="0" rtl="0" algn="r">
              <a:lnSpc>
                <a:spcPct val="110000"/>
              </a:lnSpc>
              <a:spcBef>
                <a:spcPts val="0"/>
              </a:spcBef>
              <a:spcAft>
                <a:spcPts val="0"/>
              </a:spcAft>
              <a:buNone/>
            </a:pPr>
            <a:r>
              <a:rPr b="0" i="0" lang="en-US" sz="2400" u="none" cap="none" strike="noStrike">
                <a:solidFill>
                  <a:srgbClr val="F6F4F1"/>
                </a:solidFill>
                <a:latin typeface="Lato"/>
                <a:ea typeface="Lato"/>
                <a:cs typeface="Lato"/>
                <a:sym typeface="Lato"/>
              </a:rPr>
              <a:t>Supervisor: Aaron Loeb</a:t>
            </a:r>
            <a:endParaRPr/>
          </a:p>
        </p:txBody>
      </p:sp>
      <p:sp>
        <p:nvSpPr>
          <p:cNvPr id="345" name="Google Shape;345;p12"/>
          <p:cNvSpPr txBox="1"/>
          <p:nvPr/>
        </p:nvSpPr>
        <p:spPr>
          <a:xfrm rot="5400000">
            <a:off x="14497478" y="4971097"/>
            <a:ext cx="4883001" cy="344805"/>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0" i="0" lang="en-US" sz="2400" u="none" cap="none" strike="noStrike">
                <a:solidFill>
                  <a:srgbClr val="F6F4F1"/>
                </a:solidFill>
                <a:latin typeface="Lato"/>
                <a:ea typeface="Lato"/>
                <a:cs typeface="Lato"/>
                <a:sym typeface="Lato"/>
              </a:rPr>
              <a:t>12 March 2030</a:t>
            </a:r>
            <a:endParaRPr/>
          </a:p>
        </p:txBody>
      </p:sp>
      <p:sp>
        <p:nvSpPr>
          <p:cNvPr id="346" name="Google Shape;346;p12"/>
          <p:cNvSpPr txBox="1"/>
          <p:nvPr/>
        </p:nvSpPr>
        <p:spPr>
          <a:xfrm>
            <a:off x="1028700" y="8871585"/>
            <a:ext cx="8457083" cy="34480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400" u="none" cap="none" strike="noStrike">
                <a:solidFill>
                  <a:srgbClr val="F6F4F1"/>
                </a:solidFill>
                <a:latin typeface="Lato"/>
                <a:ea typeface="Lato"/>
                <a:cs typeface="Lato"/>
                <a:sym typeface="Lato"/>
              </a:rPr>
              <a:t>Student ID: 1234567890</a:t>
            </a:r>
            <a:endParaRPr/>
          </a:p>
        </p:txBody>
      </p:sp>
      <p:grpSp>
        <p:nvGrpSpPr>
          <p:cNvPr id="347" name="Google Shape;347;p12"/>
          <p:cNvGrpSpPr/>
          <p:nvPr/>
        </p:nvGrpSpPr>
        <p:grpSpPr>
          <a:xfrm rot="-5400000">
            <a:off x="8958730" y="4518858"/>
            <a:ext cx="225880" cy="5547977"/>
            <a:chOff x="0" y="-192881"/>
            <a:chExt cx="301173" cy="7397303"/>
          </a:xfrm>
        </p:grpSpPr>
        <p:grpSp>
          <p:nvGrpSpPr>
            <p:cNvPr id="348" name="Google Shape;348;p12"/>
            <p:cNvGrpSpPr/>
            <p:nvPr/>
          </p:nvGrpSpPr>
          <p:grpSpPr>
            <a:xfrm>
              <a:off x="0" y="-192881"/>
              <a:ext cx="301173" cy="7397303"/>
              <a:chOff x="0" y="-38100"/>
              <a:chExt cx="59491" cy="1461196"/>
            </a:xfrm>
          </p:grpSpPr>
          <p:sp>
            <p:nvSpPr>
              <p:cNvPr id="349" name="Google Shape;349;p12"/>
              <p:cNvSpPr/>
              <p:nvPr/>
            </p:nvSpPr>
            <p:spPr>
              <a:xfrm>
                <a:off x="0" y="0"/>
                <a:ext cx="59491" cy="1423096"/>
              </a:xfrm>
              <a:custGeom>
                <a:rect b="b" l="l" r="r" t="t"/>
                <a:pathLst>
                  <a:path extrusionOk="0" h="1423096" w="59491">
                    <a:moveTo>
                      <a:pt x="0" y="0"/>
                    </a:moveTo>
                    <a:lnTo>
                      <a:pt x="59491" y="0"/>
                    </a:lnTo>
                    <a:lnTo>
                      <a:pt x="59491" y="1423096"/>
                    </a:lnTo>
                    <a:lnTo>
                      <a:pt x="0" y="1423096"/>
                    </a:lnTo>
                    <a:close/>
                  </a:path>
                </a:pathLst>
              </a:custGeom>
              <a:solidFill>
                <a:srgbClr val="FFFFFF"/>
              </a:solidFill>
              <a:ln>
                <a:noFill/>
              </a:ln>
            </p:spPr>
          </p:sp>
          <p:sp>
            <p:nvSpPr>
              <p:cNvPr id="350" name="Google Shape;350;p12"/>
              <p:cNvSpPr txBox="1"/>
              <p:nvPr/>
            </p:nvSpPr>
            <p:spPr>
              <a:xfrm>
                <a:off x="0" y="-38100"/>
                <a:ext cx="59491" cy="146119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1" name="Google Shape;351;p12"/>
            <p:cNvGrpSpPr/>
            <p:nvPr/>
          </p:nvGrpSpPr>
          <p:grpSpPr>
            <a:xfrm>
              <a:off x="0" y="-192881"/>
              <a:ext cx="301173" cy="2023359"/>
              <a:chOff x="0" y="-38100"/>
              <a:chExt cx="59491" cy="399676"/>
            </a:xfrm>
          </p:grpSpPr>
          <p:sp>
            <p:nvSpPr>
              <p:cNvPr id="352" name="Google Shape;352;p12"/>
              <p:cNvSpPr/>
              <p:nvPr/>
            </p:nvSpPr>
            <p:spPr>
              <a:xfrm>
                <a:off x="0" y="0"/>
                <a:ext cx="59491" cy="361576"/>
              </a:xfrm>
              <a:custGeom>
                <a:rect b="b" l="l" r="r" t="t"/>
                <a:pathLst>
                  <a:path extrusionOk="0" h="361576" w="59491">
                    <a:moveTo>
                      <a:pt x="0" y="0"/>
                    </a:moveTo>
                    <a:lnTo>
                      <a:pt x="59491" y="0"/>
                    </a:lnTo>
                    <a:lnTo>
                      <a:pt x="59491" y="361576"/>
                    </a:lnTo>
                    <a:lnTo>
                      <a:pt x="0" y="361576"/>
                    </a:lnTo>
                    <a:close/>
                  </a:path>
                </a:pathLst>
              </a:custGeom>
              <a:solidFill>
                <a:srgbClr val="7C898B"/>
              </a:solidFill>
              <a:ln>
                <a:noFill/>
              </a:ln>
            </p:spPr>
          </p:sp>
          <p:sp>
            <p:nvSpPr>
              <p:cNvPr id="353" name="Google Shape;353;p12"/>
              <p:cNvSpPr txBox="1"/>
              <p:nvPr/>
            </p:nvSpPr>
            <p:spPr>
              <a:xfrm>
                <a:off x="0" y="-38100"/>
                <a:ext cx="59491" cy="399676"/>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4" name="Google Shape;354;p12"/>
            <p:cNvGrpSpPr/>
            <p:nvPr/>
          </p:nvGrpSpPr>
          <p:grpSpPr>
            <a:xfrm>
              <a:off x="0" y="1635316"/>
              <a:ext cx="301173" cy="988015"/>
              <a:chOff x="0" y="-38100"/>
              <a:chExt cx="59491" cy="195164"/>
            </a:xfrm>
          </p:grpSpPr>
          <p:sp>
            <p:nvSpPr>
              <p:cNvPr id="355" name="Google Shape;355;p12"/>
              <p:cNvSpPr/>
              <p:nvPr/>
            </p:nvSpPr>
            <p:spPr>
              <a:xfrm>
                <a:off x="0" y="0"/>
                <a:ext cx="59491" cy="157064"/>
              </a:xfrm>
              <a:custGeom>
                <a:rect b="b" l="l" r="r" t="t"/>
                <a:pathLst>
                  <a:path extrusionOk="0" h="157064" w="59491">
                    <a:moveTo>
                      <a:pt x="0" y="0"/>
                    </a:moveTo>
                    <a:lnTo>
                      <a:pt x="59491" y="0"/>
                    </a:lnTo>
                    <a:lnTo>
                      <a:pt x="59491" y="157064"/>
                    </a:lnTo>
                    <a:lnTo>
                      <a:pt x="0" y="157064"/>
                    </a:lnTo>
                    <a:close/>
                  </a:path>
                </a:pathLst>
              </a:custGeom>
              <a:solidFill>
                <a:srgbClr val="B29E84"/>
              </a:solidFill>
              <a:ln>
                <a:noFill/>
              </a:ln>
            </p:spPr>
          </p:sp>
          <p:sp>
            <p:nvSpPr>
              <p:cNvPr id="356" name="Google Shape;356;p12"/>
              <p:cNvSpPr txBox="1"/>
              <p:nvPr/>
            </p:nvSpPr>
            <p:spPr>
              <a:xfrm>
                <a:off x="0" y="-38100"/>
                <a:ext cx="59491" cy="195164"/>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57" name="Google Shape;357;p12"/>
          <p:cNvGrpSpPr/>
          <p:nvPr/>
        </p:nvGrpSpPr>
        <p:grpSpPr>
          <a:xfrm>
            <a:off x="15418630" y="1130365"/>
            <a:ext cx="1410805" cy="274763"/>
            <a:chOff x="-78067" y="0"/>
            <a:chExt cx="1881074" cy="366350"/>
          </a:xfrm>
        </p:grpSpPr>
        <p:grpSp>
          <p:nvGrpSpPr>
            <p:cNvPr id="358" name="Google Shape;358;p12"/>
            <p:cNvGrpSpPr/>
            <p:nvPr/>
          </p:nvGrpSpPr>
          <p:grpSpPr>
            <a:xfrm rot="-5400000">
              <a:off x="-39033" y="-39033"/>
              <a:ext cx="366350" cy="444417"/>
              <a:chOff x="0" y="-38100"/>
              <a:chExt cx="178795" cy="216895"/>
            </a:xfrm>
          </p:grpSpPr>
          <p:sp>
            <p:nvSpPr>
              <p:cNvPr id="359" name="Google Shape;359;p12"/>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7C898B"/>
              </a:solidFill>
              <a:ln>
                <a:noFill/>
              </a:ln>
            </p:spPr>
          </p:sp>
          <p:sp>
            <p:nvSpPr>
              <p:cNvPr id="360" name="Google Shape;360;p12"/>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12"/>
            <p:cNvGrpSpPr/>
            <p:nvPr/>
          </p:nvGrpSpPr>
          <p:grpSpPr>
            <a:xfrm rot="-5400000">
              <a:off x="679295" y="-39033"/>
              <a:ext cx="366350" cy="444417"/>
              <a:chOff x="0" y="-38100"/>
              <a:chExt cx="178795" cy="216895"/>
            </a:xfrm>
          </p:grpSpPr>
          <p:sp>
            <p:nvSpPr>
              <p:cNvPr id="362" name="Google Shape;362;p12"/>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B29E84"/>
              </a:solidFill>
              <a:ln>
                <a:noFill/>
              </a:ln>
            </p:spPr>
          </p:sp>
          <p:sp>
            <p:nvSpPr>
              <p:cNvPr id="363" name="Google Shape;363;p12"/>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4" name="Google Shape;364;p12"/>
            <p:cNvGrpSpPr/>
            <p:nvPr/>
          </p:nvGrpSpPr>
          <p:grpSpPr>
            <a:xfrm rot="-5400000">
              <a:off x="1397624" y="-39033"/>
              <a:ext cx="366350" cy="444417"/>
              <a:chOff x="0" y="-38100"/>
              <a:chExt cx="178795" cy="216895"/>
            </a:xfrm>
          </p:grpSpPr>
          <p:sp>
            <p:nvSpPr>
              <p:cNvPr id="365" name="Google Shape;365;p12"/>
              <p:cNvSpPr/>
              <p:nvPr/>
            </p:nvSpPr>
            <p:spPr>
              <a:xfrm>
                <a:off x="0" y="0"/>
                <a:ext cx="178795" cy="178795"/>
              </a:xfrm>
              <a:custGeom>
                <a:rect b="b" l="l" r="r" t="t"/>
                <a:pathLst>
                  <a:path extrusionOk="0" h="178795" w="178795">
                    <a:moveTo>
                      <a:pt x="0" y="0"/>
                    </a:moveTo>
                    <a:lnTo>
                      <a:pt x="178795" y="0"/>
                    </a:lnTo>
                    <a:lnTo>
                      <a:pt x="178795" y="178795"/>
                    </a:lnTo>
                    <a:lnTo>
                      <a:pt x="0" y="178795"/>
                    </a:lnTo>
                    <a:close/>
                  </a:path>
                </a:pathLst>
              </a:custGeom>
              <a:solidFill>
                <a:srgbClr val="FFFFFF"/>
              </a:solidFill>
              <a:ln>
                <a:noFill/>
              </a:ln>
            </p:spPr>
          </p:sp>
          <p:sp>
            <p:nvSpPr>
              <p:cNvPr id="366" name="Google Shape;366;p12"/>
              <p:cNvSpPr txBox="1"/>
              <p:nvPr/>
            </p:nvSpPr>
            <p:spPr>
              <a:xfrm>
                <a:off x="0" y="-38100"/>
                <a:ext cx="178795" cy="216895"/>
              </a:xfrm>
              <a:prstGeom prst="rect">
                <a:avLst/>
              </a:prstGeom>
              <a:noFill/>
              <a:ln>
                <a:noFill/>
              </a:ln>
            </p:spPr>
            <p:txBody>
              <a:bodyPr anchorCtr="0" anchor="ctr" bIns="50800" lIns="50800" spcFirstLastPara="1" rIns="50800" wrap="square" tIns="50800">
                <a:noAutofit/>
              </a:bodyPr>
              <a:lstStyle/>
              <a:p>
                <a:pPr indent="0" lvl="0" marL="0" marR="0" rtl="0" algn="ctr">
                  <a:lnSpc>
                    <a:spcPct val="155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367" name="Google Shape;367;p12"/>
          <p:cNvSpPr/>
          <p:nvPr/>
        </p:nvSpPr>
        <p:spPr>
          <a:xfrm>
            <a:off x="1028700" y="910442"/>
            <a:ext cx="719290" cy="719290"/>
          </a:xfrm>
          <a:custGeom>
            <a:rect b="b" l="l" r="r" t="t"/>
            <a:pathLst>
              <a:path extrusionOk="0" h="719290" w="719290">
                <a:moveTo>
                  <a:pt x="0" y="0"/>
                </a:moveTo>
                <a:lnTo>
                  <a:pt x="719290" y="0"/>
                </a:lnTo>
                <a:lnTo>
                  <a:pt x="719290" y="719290"/>
                </a:lnTo>
                <a:lnTo>
                  <a:pt x="0" y="71929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